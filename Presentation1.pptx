
<file path=[Content_Types].xml><?xml version="1.0" encoding="utf-8"?>
<Types xmlns="http://schemas.openxmlformats.org/package/2006/content-types">
  <Default Extension="bin" ContentType="image/unknown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B0"/>
    <a:srgbClr val="C092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>
        <p:scale>
          <a:sx n="25" d="100"/>
          <a:sy n="25" d="100"/>
        </p:scale>
        <p:origin x="2814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E71E-6220-1A20-C88B-8E9588F98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64E0C-96A6-D18F-CADE-047D70215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0C9A-CF55-D15D-2A7A-91EC3B2B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E73F-53BE-4049-8EAB-455B8DD6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2A36-5000-11C7-1D21-EE74DEC3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2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84EB-DEB5-82E7-1B87-52B896D9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BD46F-9576-D192-41B9-613A2A9B6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E10D2-F062-EC2C-B5B3-D882AF43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9BE5E-8285-74BE-AAD7-C8832913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6D59A-77F9-9816-BAB6-BDB0CE18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0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BB93-DCDE-F620-20B7-75F02789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4A203-98FD-3D75-25B4-17CD7E38C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8B9C-CD2D-AA9B-90CB-E30DE182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3F3CD-FE3C-4DAD-CE1E-D8DD4B830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F0923-8525-7538-7C02-0839A651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0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0DE3-646E-5E59-5C76-E8E7718B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BF6C-DB07-AE49-5B2B-DFEE665B7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A21C7-44CC-8AD5-DAF7-127024EED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A7031-6612-6643-EBFC-BA36311A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D1A45-4E0F-28C9-984D-19F11F53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3F3EB-CEC9-1793-955C-49C6A8F6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0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9132-FADA-01A4-4773-A1A9BA9D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27960-0793-A311-7CD3-D8199840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00AB2-57EC-A0D9-5707-13DBE23D7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36B1E-1D93-D359-CBFE-E9BDF01BA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A4A93-C712-6934-7BBE-826C93EBF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D13E6-759E-61B6-FFFD-656404BE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EB929-4740-76D4-EA2B-92FDC140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5FCDB-A80F-3E2D-CC8B-7D26FA4C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6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E8AB-2BFF-768B-88C2-726632F7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68E9A-B21A-DC58-9C75-CCE95252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5D5DA-247C-8E03-86B8-C4803965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0D5FD-9E72-F821-F7BC-699D6FBD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B620B-53D8-A49B-BF24-9E9A3B924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08672-E2F1-9DA9-C62D-1F64B948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17A66-2A28-409F-2375-A2DEF23D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2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B206-50B1-F3BC-C7CA-B68A05ECA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7E61F-172A-01E9-BD89-B327C6B20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A45DA-FCA9-A94B-BCDA-0138BA699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3C13B-7C82-29D4-6A0A-D6B521CF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1C0EC-A116-1780-11FF-C40FD312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E13C-9819-3FA0-AD0F-C5F2D3C2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9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1B19-024E-E3EC-2563-39F941C5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2C8E1-2B50-72E3-DBC0-CE56D0BE6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791AC-282D-0904-91E7-F26602C1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6AA3B-94BC-36DE-A46D-C182D38E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8D3FA-3048-3CA4-4B6A-1D7D24BA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E9F71-ADEC-B698-313D-DC2CB38C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91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E157-0541-FBB9-FAED-296C32A1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9E380-2CEB-0C89-EE58-C8401F573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C7D68-E3F6-2335-54E6-7B6CC525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A09F0-3585-2A25-20D1-0BA5B678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AF8FC-41DF-ED70-F7DA-8F0905B2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4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035D7-1012-0527-8641-DB8523747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5D937-07B6-9196-998C-3E8E683F2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C5286-E5BB-D5A0-7347-888F2A82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BF22-258A-5B96-4ED3-42793DE6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49E6-FBDC-6365-DF84-50A4671A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4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2DBE5-C191-056F-094D-93D0F0AF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1F32-59B3-BD0D-2065-6C698138D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5FF52-6562-09D4-2831-C7F93E570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90C81-7A28-47BB-96B8-206A286F6E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2D8F-E212-F22F-45D1-05B1C19F0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E077-6268-78A1-414B-7395CE179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1079D-D096-4509-9F04-6E5076858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5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4745ed0eec38a43cea86f373a08d179e_t1">
            <a:hlinkClick r:id="" action="ppaction://media"/>
            <a:extLst>
              <a:ext uri="{FF2B5EF4-FFF2-40B4-BE49-F238E27FC236}">
                <a16:creationId xmlns:a16="http://schemas.microsoft.com/office/drawing/2014/main" id="{C7435B7F-9651-D388-E2F2-56D071A76A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8" name="Freeform: Shape 307">
            <a:extLst>
              <a:ext uri="{FF2B5EF4-FFF2-40B4-BE49-F238E27FC236}">
                <a16:creationId xmlns:a16="http://schemas.microsoft.com/office/drawing/2014/main" id="{1D92F2D3-91FB-2E51-FD74-1589B795EB54}"/>
              </a:ext>
            </a:extLst>
          </p:cNvPr>
          <p:cNvSpPr/>
          <p:nvPr/>
        </p:nvSpPr>
        <p:spPr>
          <a:xfrm>
            <a:off x="-94596" y="0"/>
            <a:ext cx="12549352" cy="6858000"/>
          </a:xfrm>
          <a:custGeom>
            <a:avLst/>
            <a:gdLst>
              <a:gd name="csX0" fmla="*/ 0 w 12192000"/>
              <a:gd name="csY0" fmla="*/ 0 h 6858000"/>
              <a:gd name="csX1" fmla="*/ 173074 w 12192000"/>
              <a:gd name="csY1" fmla="*/ 0 h 6858000"/>
              <a:gd name="csX2" fmla="*/ 164278 w 12192000"/>
              <a:gd name="csY2" fmla="*/ 38856 h 6858000"/>
              <a:gd name="csX3" fmla="*/ 341611 w 12192000"/>
              <a:gd name="csY3" fmla="*/ 395125 h 6858000"/>
              <a:gd name="csX4" fmla="*/ 833380 w 12192000"/>
              <a:gd name="csY4" fmla="*/ 263356 h 6858000"/>
              <a:gd name="csX5" fmla="*/ 985429 w 12192000"/>
              <a:gd name="csY5" fmla="*/ 0 h 6858000"/>
              <a:gd name="csX6" fmla="*/ 1214520 w 12192000"/>
              <a:gd name="csY6" fmla="*/ 0 h 6858000"/>
              <a:gd name="csX7" fmla="*/ 229257 w 12192000"/>
              <a:gd name="csY7" fmla="*/ 1706526 h 6858000"/>
              <a:gd name="csX8" fmla="*/ 361026 w 12192000"/>
              <a:gd name="csY8" fmla="*/ 2198295 h 6858000"/>
              <a:gd name="csX9" fmla="*/ 852795 w 12192000"/>
              <a:gd name="csY9" fmla="*/ 2066526 h 6858000"/>
              <a:gd name="csX10" fmla="*/ 1902495 w 12192000"/>
              <a:gd name="csY10" fmla="*/ 248392 h 6858000"/>
              <a:gd name="csX11" fmla="*/ 1949890 w 12192000"/>
              <a:gd name="csY11" fmla="*/ 43337 h 6858000"/>
              <a:gd name="csX12" fmla="*/ 1942618 w 12192000"/>
              <a:gd name="csY12" fmla="*/ 0 h 6858000"/>
              <a:gd name="csX13" fmla="*/ 2380818 w 12192000"/>
              <a:gd name="csY13" fmla="*/ 0 h 6858000"/>
              <a:gd name="csX14" fmla="*/ 1879922 w 12192000"/>
              <a:gd name="csY14" fmla="*/ 867577 h 6858000"/>
              <a:gd name="csX15" fmla="*/ 2011691 w 12192000"/>
              <a:gd name="csY15" fmla="*/ 1359346 h 6858000"/>
              <a:gd name="csX16" fmla="*/ 2503460 w 12192000"/>
              <a:gd name="csY16" fmla="*/ 1227577 h 6858000"/>
              <a:gd name="csX17" fmla="*/ 3212202 w 12192000"/>
              <a:gd name="csY17" fmla="*/ 0 h 6858000"/>
              <a:gd name="csX18" fmla="*/ 3463827 w 12192000"/>
              <a:gd name="csY18" fmla="*/ 0 h 6858000"/>
              <a:gd name="csX19" fmla="*/ 3433607 w 12192000"/>
              <a:gd name="csY19" fmla="*/ 27940 h 6858000"/>
              <a:gd name="csX20" fmla="*/ 3390997 w 12192000"/>
              <a:gd name="csY20" fmla="*/ 87116 h 6858000"/>
              <a:gd name="csX21" fmla="*/ 3522766 w 12192000"/>
              <a:gd name="csY21" fmla="*/ 578885 h 6858000"/>
              <a:gd name="csX22" fmla="*/ 4014535 w 12192000"/>
              <a:gd name="csY22" fmla="*/ 447116 h 6858000"/>
              <a:gd name="csX23" fmla="*/ 3989976 w 12192000"/>
              <a:gd name="csY23" fmla="*/ 49911 h 6858000"/>
              <a:gd name="csX24" fmla="*/ 3943831 w 12192000"/>
              <a:gd name="csY24" fmla="*/ 0 h 6858000"/>
              <a:gd name="csX25" fmla="*/ 4609541 w 12192000"/>
              <a:gd name="csY25" fmla="*/ 0 h 6858000"/>
              <a:gd name="csX26" fmla="*/ 4599702 w 12192000"/>
              <a:gd name="csY26" fmla="*/ 13664 h 6858000"/>
              <a:gd name="csX27" fmla="*/ 3550002 w 12192000"/>
              <a:gd name="csY27" fmla="*/ 1831798 h 6858000"/>
              <a:gd name="csX28" fmla="*/ 3681771 w 12192000"/>
              <a:gd name="csY28" fmla="*/ 2323567 h 6858000"/>
              <a:gd name="csX29" fmla="*/ 4173540 w 12192000"/>
              <a:gd name="csY29" fmla="*/ 2191798 h 6858000"/>
              <a:gd name="csX30" fmla="*/ 5223240 w 12192000"/>
              <a:gd name="csY30" fmla="*/ 373664 h 6858000"/>
              <a:gd name="csX31" fmla="*/ 5235043 w 12192000"/>
              <a:gd name="csY31" fmla="*/ 35780 h 6858000"/>
              <a:gd name="csX32" fmla="*/ 5213111 w 12192000"/>
              <a:gd name="csY32" fmla="*/ 0 h 6858000"/>
              <a:gd name="csX33" fmla="*/ 5668067 w 12192000"/>
              <a:gd name="csY33" fmla="*/ 0 h 6858000"/>
              <a:gd name="csX34" fmla="*/ 5503037 w 12192000"/>
              <a:gd name="csY34" fmla="*/ 285840 h 6858000"/>
              <a:gd name="csX35" fmla="*/ 5634806 w 12192000"/>
              <a:gd name="csY35" fmla="*/ 777609 h 6858000"/>
              <a:gd name="csX36" fmla="*/ 6126575 w 12192000"/>
              <a:gd name="csY36" fmla="*/ 645840 h 6858000"/>
              <a:gd name="csX37" fmla="*/ 6499451 w 12192000"/>
              <a:gd name="csY37" fmla="*/ 0 h 6858000"/>
              <a:gd name="csX38" fmla="*/ 12192000 w 12192000"/>
              <a:gd name="csY38" fmla="*/ 0 h 6858000"/>
              <a:gd name="csX39" fmla="*/ 12192000 w 12192000"/>
              <a:gd name="csY39" fmla="*/ 6858000 h 6858000"/>
              <a:gd name="csX40" fmla="*/ 4698637 w 12192000"/>
              <a:gd name="csY40" fmla="*/ 6858000 h 6858000"/>
              <a:gd name="csX41" fmla="*/ 5388388 w 12192000"/>
              <a:gd name="csY41" fmla="*/ 5663316 h 6858000"/>
              <a:gd name="csX42" fmla="*/ 5256619 w 12192000"/>
              <a:gd name="csY42" fmla="*/ 5171547 h 6858000"/>
              <a:gd name="csX43" fmla="*/ 4764850 w 12192000"/>
              <a:gd name="csY43" fmla="*/ 5303316 h 6858000"/>
              <a:gd name="csX44" fmla="*/ 3867253 w 12192000"/>
              <a:gd name="csY44" fmla="*/ 6858000 h 6858000"/>
              <a:gd name="csX45" fmla="*/ 3438948 w 12192000"/>
              <a:gd name="csY45" fmla="*/ 6858000 h 6858000"/>
              <a:gd name="csX46" fmla="*/ 3410794 w 12192000"/>
              <a:gd name="csY46" fmla="*/ 6812070 h 6858000"/>
              <a:gd name="csX47" fmla="*/ 3303584 w 12192000"/>
              <a:gd name="csY47" fmla="*/ 6717505 h 6858000"/>
              <a:gd name="csX48" fmla="*/ 2811815 w 12192000"/>
              <a:gd name="csY48" fmla="*/ 6849274 h 6858000"/>
              <a:gd name="csX49" fmla="*/ 2806777 w 12192000"/>
              <a:gd name="csY49" fmla="*/ 6858000 h 6858000"/>
              <a:gd name="csX50" fmla="*/ 2176644 w 12192000"/>
              <a:gd name="csY50" fmla="*/ 6858000 h 6858000"/>
              <a:gd name="csX51" fmla="*/ 2154054 w 12192000"/>
              <a:gd name="csY51" fmla="*/ 6833566 h 6858000"/>
              <a:gd name="csX52" fmla="*/ 2094878 w 12192000"/>
              <a:gd name="csY52" fmla="*/ 6790956 h 6858000"/>
              <a:gd name="csX53" fmla="*/ 1697673 w 12192000"/>
              <a:gd name="csY53" fmla="*/ 6815515 h 6858000"/>
              <a:gd name="csX54" fmla="*/ 1651721 w 12192000"/>
              <a:gd name="csY54" fmla="*/ 6858000 h 6858000"/>
              <a:gd name="csX55" fmla="*/ 1411386 w 12192000"/>
              <a:gd name="csY55" fmla="*/ 6858000 h 6858000"/>
              <a:gd name="csX56" fmla="*/ 1765272 w 12192000"/>
              <a:gd name="csY56" fmla="*/ 6245052 h 6858000"/>
              <a:gd name="csX57" fmla="*/ 1633503 w 12192000"/>
              <a:gd name="csY57" fmla="*/ 5753283 h 6858000"/>
              <a:gd name="csX58" fmla="*/ 1141734 w 12192000"/>
              <a:gd name="csY58" fmla="*/ 5885052 h 6858000"/>
              <a:gd name="csX59" fmla="*/ 580002 w 12192000"/>
              <a:gd name="csY59" fmla="*/ 6858000 h 6858000"/>
              <a:gd name="csX60" fmla="*/ 158487 w 12192000"/>
              <a:gd name="csY60" fmla="*/ 6858000 h 6858000"/>
              <a:gd name="csX61" fmla="*/ 150572 w 12192000"/>
              <a:gd name="csY61" fmla="*/ 6810827 h 6858000"/>
              <a:gd name="csX62" fmla="*/ 42014 w 12192000"/>
              <a:gd name="csY62" fmla="*/ 6634843 h 6858000"/>
              <a:gd name="csX63" fmla="*/ 0 w 12192000"/>
              <a:gd name="csY63" fmla="*/ 6604590 h 6858000"/>
              <a:gd name="csX64" fmla="*/ 0 w 12192000"/>
              <a:gd name="csY64" fmla="*/ 6401582 h 6858000"/>
              <a:gd name="csX65" fmla="*/ 5622 w 12192000"/>
              <a:gd name="csY65" fmla="*/ 6407663 h 6858000"/>
              <a:gd name="csX66" fmla="*/ 64798 w 12192000"/>
              <a:gd name="csY66" fmla="*/ 6450273 h 6858000"/>
              <a:gd name="csX67" fmla="*/ 556567 w 12192000"/>
              <a:gd name="csY67" fmla="*/ 6318504 h 6858000"/>
              <a:gd name="csX68" fmla="*/ 424798 w 12192000"/>
              <a:gd name="csY68" fmla="*/ 5826735 h 6858000"/>
              <a:gd name="csX69" fmla="*/ 27593 w 12192000"/>
              <a:gd name="csY69" fmla="*/ 5851294 h 6858000"/>
              <a:gd name="csX70" fmla="*/ 0 w 12192000"/>
              <a:gd name="csY70" fmla="*/ 5876805 h 6858000"/>
              <a:gd name="csX71" fmla="*/ 0 w 12192000"/>
              <a:gd name="csY71" fmla="*/ 5445709 h 6858000"/>
              <a:gd name="csX72" fmla="*/ 95192 w 12192000"/>
              <a:gd name="csY72" fmla="*/ 5280831 h 6858000"/>
              <a:gd name="csX73" fmla="*/ 22599 w 12192000"/>
              <a:gd name="csY73" fmla="*/ 4831673 h 6858000"/>
              <a:gd name="csX74" fmla="*/ 0 w 12192000"/>
              <a:gd name="csY74" fmla="*/ 4815400 h 6858000"/>
              <a:gd name="csX75" fmla="*/ 0 w 12192000"/>
              <a:gd name="csY75" fmla="*/ 4614425 h 6858000"/>
              <a:gd name="csX76" fmla="*/ 45383 w 12192000"/>
              <a:gd name="csY76" fmla="*/ 4647103 h 6858000"/>
              <a:gd name="csX77" fmla="*/ 537152 w 12192000"/>
              <a:gd name="csY77" fmla="*/ 4515334 h 6858000"/>
              <a:gd name="csX78" fmla="*/ 405383 w 12192000"/>
              <a:gd name="csY78" fmla="*/ 4023565 h 6858000"/>
              <a:gd name="csX79" fmla="*/ 8178 w 12192000"/>
              <a:gd name="csY79" fmla="*/ 4048124 h 6858000"/>
              <a:gd name="csX80" fmla="*/ 0 w 12192000"/>
              <a:gd name="csY80" fmla="*/ 4055685 h 6858000"/>
              <a:gd name="csX81" fmla="*/ 0 w 12192000"/>
              <a:gd name="csY81" fmla="*/ 3425622 h 6858000"/>
              <a:gd name="csX82" fmla="*/ 378147 w 12192000"/>
              <a:gd name="csY82" fmla="*/ 2770652 h 6858000"/>
              <a:gd name="csX83" fmla="*/ 246378 w 12192000"/>
              <a:gd name="csY83" fmla="*/ 2278883 h 6858000"/>
              <a:gd name="csX84" fmla="*/ 41323 w 12192000"/>
              <a:gd name="csY84" fmla="*/ 2231488 h 6858000"/>
              <a:gd name="csX85" fmla="*/ 0 w 12192000"/>
              <a:gd name="csY85" fmla="*/ 2238422 h 6858000"/>
              <a:gd name="csX86" fmla="*/ 0 w 12192000"/>
              <a:gd name="csY86" fmla="*/ 1588824 h 6858000"/>
              <a:gd name="csX87" fmla="*/ 358732 w 12192000"/>
              <a:gd name="csY87" fmla="*/ 967482 h 6858000"/>
              <a:gd name="csX88" fmla="*/ 226963 w 12192000"/>
              <a:gd name="csY88" fmla="*/ 475713 h 6858000"/>
              <a:gd name="csX89" fmla="*/ 21908 w 12192000"/>
              <a:gd name="csY89" fmla="*/ 428318 h 6858000"/>
              <a:gd name="csX90" fmla="*/ 0 w 12192000"/>
              <a:gd name="csY90" fmla="*/ 431994 h 6858000"/>
              <a:gd name="csX91" fmla="*/ 0 w 12192000"/>
              <a:gd name="csY91" fmla="*/ 0 h 6858000"/>
              <a:gd name="csX92" fmla="*/ 6998458 w 12192000"/>
              <a:gd name="csY92" fmla="*/ 33225 h 6858000"/>
              <a:gd name="csX93" fmla="*/ 6711743 w 12192000"/>
              <a:gd name="csY93" fmla="*/ 212389 h 6858000"/>
              <a:gd name="csX94" fmla="*/ 6843512 w 12192000"/>
              <a:gd name="csY94" fmla="*/ 704158 h 6858000"/>
              <a:gd name="csX95" fmla="*/ 7335281 w 12192000"/>
              <a:gd name="csY95" fmla="*/ 572389 h 6858000"/>
              <a:gd name="csX96" fmla="*/ 7203512 w 12192000"/>
              <a:gd name="csY96" fmla="*/ 80620 h 6858000"/>
              <a:gd name="csX97" fmla="*/ 6998458 w 12192000"/>
              <a:gd name="csY97" fmla="*/ 33225 h 6858000"/>
              <a:gd name="csX98" fmla="*/ 6556498 w 12192000"/>
              <a:gd name="csY98" fmla="*/ 798722 h 6858000"/>
              <a:gd name="csX99" fmla="*/ 6269783 w 12192000"/>
              <a:gd name="csY99" fmla="*/ 977886 h 6858000"/>
              <a:gd name="csX100" fmla="*/ 5220083 w 12192000"/>
              <a:gd name="csY100" fmla="*/ 2796020 h 6858000"/>
              <a:gd name="csX101" fmla="*/ 5351852 w 12192000"/>
              <a:gd name="csY101" fmla="*/ 3287789 h 6858000"/>
              <a:gd name="csX102" fmla="*/ 5843621 w 12192000"/>
              <a:gd name="csY102" fmla="*/ 3156020 h 6858000"/>
              <a:gd name="csX103" fmla="*/ 6893321 w 12192000"/>
              <a:gd name="csY103" fmla="*/ 1337886 h 6858000"/>
              <a:gd name="csX104" fmla="*/ 6761552 w 12192000"/>
              <a:gd name="csY104" fmla="*/ 846117 h 6858000"/>
              <a:gd name="csX105" fmla="*/ 6556498 w 12192000"/>
              <a:gd name="csY105" fmla="*/ 798722 h 6858000"/>
              <a:gd name="csX106" fmla="*/ 6575913 w 12192000"/>
              <a:gd name="csY106" fmla="*/ 2601892 h 6858000"/>
              <a:gd name="csX107" fmla="*/ 6289198 w 12192000"/>
              <a:gd name="csY107" fmla="*/ 2781056 h 6858000"/>
              <a:gd name="csX108" fmla="*/ 5239498 w 12192000"/>
              <a:gd name="csY108" fmla="*/ 4599190 h 6858000"/>
              <a:gd name="csX109" fmla="*/ 5371267 w 12192000"/>
              <a:gd name="csY109" fmla="*/ 5090959 h 6858000"/>
              <a:gd name="csX110" fmla="*/ 5863036 w 12192000"/>
              <a:gd name="csY110" fmla="*/ 4959190 h 6858000"/>
              <a:gd name="csX111" fmla="*/ 6912736 w 12192000"/>
              <a:gd name="csY111" fmla="*/ 3141056 h 6858000"/>
              <a:gd name="csX112" fmla="*/ 6780967 w 12192000"/>
              <a:gd name="csY112" fmla="*/ 2649287 h 6858000"/>
              <a:gd name="csX113" fmla="*/ 6575913 w 12192000"/>
              <a:gd name="csY113" fmla="*/ 2601892 h 6858000"/>
              <a:gd name="csX114" fmla="*/ 5347792 w 12192000"/>
              <a:gd name="csY114" fmla="*/ 872173 h 6858000"/>
              <a:gd name="csX115" fmla="*/ 5061077 w 12192000"/>
              <a:gd name="csY115" fmla="*/ 1051337 h 6858000"/>
              <a:gd name="csX116" fmla="*/ 5192846 w 12192000"/>
              <a:gd name="csY116" fmla="*/ 1543106 h 6858000"/>
              <a:gd name="csX117" fmla="*/ 5684615 w 12192000"/>
              <a:gd name="csY117" fmla="*/ 1411337 h 6858000"/>
              <a:gd name="csX118" fmla="*/ 5552846 w 12192000"/>
              <a:gd name="csY118" fmla="*/ 919568 h 6858000"/>
              <a:gd name="csX119" fmla="*/ 5347792 w 12192000"/>
              <a:gd name="csY119" fmla="*/ 872173 h 6858000"/>
              <a:gd name="csX120" fmla="*/ 4905832 w 12192000"/>
              <a:gd name="csY120" fmla="*/ 1637670 h 6858000"/>
              <a:gd name="csX121" fmla="*/ 4619117 w 12192000"/>
              <a:gd name="csY121" fmla="*/ 1816834 h 6858000"/>
              <a:gd name="csX122" fmla="*/ 3569417 w 12192000"/>
              <a:gd name="csY122" fmla="*/ 3634968 h 6858000"/>
              <a:gd name="csX123" fmla="*/ 3701186 w 12192000"/>
              <a:gd name="csY123" fmla="*/ 4126737 h 6858000"/>
              <a:gd name="csX124" fmla="*/ 4192955 w 12192000"/>
              <a:gd name="csY124" fmla="*/ 3994968 h 6858000"/>
              <a:gd name="csX125" fmla="*/ 5242655 w 12192000"/>
              <a:gd name="csY125" fmla="*/ 2176834 h 6858000"/>
              <a:gd name="csX126" fmla="*/ 5110886 w 12192000"/>
              <a:gd name="csY126" fmla="*/ 1685065 h 6858000"/>
              <a:gd name="csX127" fmla="*/ 4905832 w 12192000"/>
              <a:gd name="csY127" fmla="*/ 1637670 h 6858000"/>
              <a:gd name="csX128" fmla="*/ 5032150 w 12192000"/>
              <a:gd name="csY128" fmla="*/ 3320982 h 6858000"/>
              <a:gd name="csX129" fmla="*/ 4745435 w 12192000"/>
              <a:gd name="csY129" fmla="*/ 3500146 h 6858000"/>
              <a:gd name="csX130" fmla="*/ 3695735 w 12192000"/>
              <a:gd name="csY130" fmla="*/ 5318280 h 6858000"/>
              <a:gd name="csX131" fmla="*/ 3827504 w 12192000"/>
              <a:gd name="csY131" fmla="*/ 5810049 h 6858000"/>
              <a:gd name="csX132" fmla="*/ 4319273 w 12192000"/>
              <a:gd name="csY132" fmla="*/ 5678280 h 6858000"/>
              <a:gd name="csX133" fmla="*/ 5368973 w 12192000"/>
              <a:gd name="csY133" fmla="*/ 3860146 h 6858000"/>
              <a:gd name="csX134" fmla="*/ 5237204 w 12192000"/>
              <a:gd name="csY134" fmla="*/ 3368377 h 6858000"/>
              <a:gd name="csX135" fmla="*/ 5032150 w 12192000"/>
              <a:gd name="csY135" fmla="*/ 3320982 h 6858000"/>
              <a:gd name="csX136" fmla="*/ 3235751 w 12192000"/>
              <a:gd name="csY136" fmla="*/ 673449 h 6858000"/>
              <a:gd name="csX137" fmla="*/ 2949037 w 12192000"/>
              <a:gd name="csY137" fmla="*/ 852613 h 6858000"/>
              <a:gd name="csX138" fmla="*/ 1899337 w 12192000"/>
              <a:gd name="csY138" fmla="*/ 2670747 h 6858000"/>
              <a:gd name="csX139" fmla="*/ 2031106 w 12192000"/>
              <a:gd name="csY139" fmla="*/ 3162516 h 6858000"/>
              <a:gd name="csX140" fmla="*/ 2522875 w 12192000"/>
              <a:gd name="csY140" fmla="*/ 3030747 h 6858000"/>
              <a:gd name="csX141" fmla="*/ 3572575 w 12192000"/>
              <a:gd name="csY141" fmla="*/ 1212613 h 6858000"/>
              <a:gd name="csX142" fmla="*/ 3440806 w 12192000"/>
              <a:gd name="csY142" fmla="*/ 720844 h 6858000"/>
              <a:gd name="csX143" fmla="*/ 3235751 w 12192000"/>
              <a:gd name="csY143" fmla="*/ 673449 h 6858000"/>
              <a:gd name="csX144" fmla="*/ 3362068 w 12192000"/>
              <a:gd name="csY144" fmla="*/ 2356760 h 6858000"/>
              <a:gd name="csX145" fmla="*/ 3075354 w 12192000"/>
              <a:gd name="csY145" fmla="*/ 2535924 h 6858000"/>
              <a:gd name="csX146" fmla="*/ 2025654 w 12192000"/>
              <a:gd name="csY146" fmla="*/ 4354058 h 6858000"/>
              <a:gd name="csX147" fmla="*/ 2157423 w 12192000"/>
              <a:gd name="csY147" fmla="*/ 4845827 h 6858000"/>
              <a:gd name="csX148" fmla="*/ 2649192 w 12192000"/>
              <a:gd name="csY148" fmla="*/ 4714058 h 6858000"/>
              <a:gd name="csX149" fmla="*/ 3698892 w 12192000"/>
              <a:gd name="csY149" fmla="*/ 2895924 h 6858000"/>
              <a:gd name="csX150" fmla="*/ 3567123 w 12192000"/>
              <a:gd name="csY150" fmla="*/ 2404155 h 6858000"/>
              <a:gd name="csX151" fmla="*/ 3362068 w 12192000"/>
              <a:gd name="csY151" fmla="*/ 2356760 h 6858000"/>
              <a:gd name="csX152" fmla="*/ 3381483 w 12192000"/>
              <a:gd name="csY152" fmla="*/ 4159930 h 6858000"/>
              <a:gd name="csX153" fmla="*/ 3094769 w 12192000"/>
              <a:gd name="csY153" fmla="*/ 4339094 h 6858000"/>
              <a:gd name="csX154" fmla="*/ 2045069 w 12192000"/>
              <a:gd name="csY154" fmla="*/ 6157228 h 6858000"/>
              <a:gd name="csX155" fmla="*/ 2176838 w 12192000"/>
              <a:gd name="csY155" fmla="*/ 6648997 h 6858000"/>
              <a:gd name="csX156" fmla="*/ 2668607 w 12192000"/>
              <a:gd name="csY156" fmla="*/ 6517228 h 6858000"/>
              <a:gd name="csX157" fmla="*/ 3718307 w 12192000"/>
              <a:gd name="csY157" fmla="*/ 4699094 h 6858000"/>
              <a:gd name="csX158" fmla="*/ 3586538 w 12192000"/>
              <a:gd name="csY158" fmla="*/ 4207325 h 6858000"/>
              <a:gd name="csX159" fmla="*/ 3381483 w 12192000"/>
              <a:gd name="csY159" fmla="*/ 4159930 h 6858000"/>
              <a:gd name="csX160" fmla="*/ 3540489 w 12192000"/>
              <a:gd name="csY160" fmla="*/ 5904613 h 6858000"/>
              <a:gd name="csX161" fmla="*/ 3253775 w 12192000"/>
              <a:gd name="csY161" fmla="*/ 6083777 h 6858000"/>
              <a:gd name="csX162" fmla="*/ 3385544 w 12192000"/>
              <a:gd name="csY162" fmla="*/ 6575546 h 6858000"/>
              <a:gd name="csX163" fmla="*/ 3877313 w 12192000"/>
              <a:gd name="csY163" fmla="*/ 6443777 h 6858000"/>
              <a:gd name="csX164" fmla="*/ 3745544 w 12192000"/>
              <a:gd name="csY164" fmla="*/ 5952008 h 6858000"/>
              <a:gd name="csX165" fmla="*/ 3540489 w 12192000"/>
              <a:gd name="csY165" fmla="*/ 5904613 h 6858000"/>
              <a:gd name="csX166" fmla="*/ 1691988 w 12192000"/>
              <a:gd name="csY166" fmla="*/ 1392539 h 6858000"/>
              <a:gd name="csX167" fmla="*/ 1405274 w 12192000"/>
              <a:gd name="csY167" fmla="*/ 1571703 h 6858000"/>
              <a:gd name="csX168" fmla="*/ 355574 w 12192000"/>
              <a:gd name="csY168" fmla="*/ 3389837 h 6858000"/>
              <a:gd name="csX169" fmla="*/ 487343 w 12192000"/>
              <a:gd name="csY169" fmla="*/ 3881606 h 6858000"/>
              <a:gd name="csX170" fmla="*/ 979112 w 12192000"/>
              <a:gd name="csY170" fmla="*/ 3749837 h 6858000"/>
              <a:gd name="csX171" fmla="*/ 2028812 w 12192000"/>
              <a:gd name="csY171" fmla="*/ 1931703 h 6858000"/>
              <a:gd name="csX172" fmla="*/ 1897043 w 12192000"/>
              <a:gd name="csY172" fmla="*/ 1439934 h 6858000"/>
              <a:gd name="csX173" fmla="*/ 1691988 w 12192000"/>
              <a:gd name="csY173" fmla="*/ 1392539 h 6858000"/>
              <a:gd name="csX174" fmla="*/ 1739503 w 12192000"/>
              <a:gd name="csY174" fmla="*/ 3243790 h 6858000"/>
              <a:gd name="csX175" fmla="*/ 1452789 w 12192000"/>
              <a:gd name="csY175" fmla="*/ 3422954 h 6858000"/>
              <a:gd name="csX176" fmla="*/ 403089 w 12192000"/>
              <a:gd name="csY176" fmla="*/ 5241088 h 6858000"/>
              <a:gd name="csX177" fmla="*/ 534858 w 12192000"/>
              <a:gd name="csY177" fmla="*/ 5732857 h 6858000"/>
              <a:gd name="csX178" fmla="*/ 1026627 w 12192000"/>
              <a:gd name="csY178" fmla="*/ 5601088 h 6858000"/>
              <a:gd name="csX179" fmla="*/ 2076327 w 12192000"/>
              <a:gd name="csY179" fmla="*/ 3782954 h 6858000"/>
              <a:gd name="csX180" fmla="*/ 1944558 w 12192000"/>
              <a:gd name="csY180" fmla="*/ 3291185 h 6858000"/>
              <a:gd name="csX181" fmla="*/ 1739503 w 12192000"/>
              <a:gd name="csY181" fmla="*/ 3243790 h 6858000"/>
              <a:gd name="csX182" fmla="*/ 1870408 w 12192000"/>
              <a:gd name="csY182" fmla="*/ 4940391 h 6858000"/>
              <a:gd name="csX183" fmla="*/ 1583694 w 12192000"/>
              <a:gd name="csY183" fmla="*/ 5119555 h 6858000"/>
              <a:gd name="csX184" fmla="*/ 1715463 w 12192000"/>
              <a:gd name="csY184" fmla="*/ 5611324 h 6858000"/>
              <a:gd name="csX185" fmla="*/ 2207232 w 12192000"/>
              <a:gd name="csY185" fmla="*/ 5479555 h 6858000"/>
              <a:gd name="csX186" fmla="*/ 2075463 w 12192000"/>
              <a:gd name="csY186" fmla="*/ 4987786 h 6858000"/>
              <a:gd name="csX187" fmla="*/ 1870408 w 12192000"/>
              <a:gd name="csY187" fmla="*/ 4940391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73074" y="0"/>
                </a:lnTo>
                <a:lnTo>
                  <a:pt x="164278" y="38856"/>
                </a:lnTo>
                <a:cubicBezTo>
                  <a:pt x="147002" y="178080"/>
                  <a:pt x="212472" y="320567"/>
                  <a:pt x="341611" y="395125"/>
                </a:cubicBezTo>
                <a:cubicBezTo>
                  <a:pt x="513797" y="494537"/>
                  <a:pt x="733969" y="435542"/>
                  <a:pt x="833380" y="263356"/>
                </a:cubicBezTo>
                <a:lnTo>
                  <a:pt x="985429" y="0"/>
                </a:lnTo>
                <a:lnTo>
                  <a:pt x="1214520" y="0"/>
                </a:lnTo>
                <a:lnTo>
                  <a:pt x="229257" y="1706526"/>
                </a:lnTo>
                <a:cubicBezTo>
                  <a:pt x="129845" y="1878712"/>
                  <a:pt x="188840" y="2098884"/>
                  <a:pt x="361026" y="2198295"/>
                </a:cubicBezTo>
                <a:cubicBezTo>
                  <a:pt x="533212" y="2297707"/>
                  <a:pt x="753384" y="2238712"/>
                  <a:pt x="852795" y="2066526"/>
                </a:cubicBezTo>
                <a:lnTo>
                  <a:pt x="1902495" y="248392"/>
                </a:lnTo>
                <a:cubicBezTo>
                  <a:pt x="1939775" y="183822"/>
                  <a:pt x="1954778" y="112504"/>
                  <a:pt x="1949890" y="43337"/>
                </a:cubicBezTo>
                <a:lnTo>
                  <a:pt x="1942618" y="0"/>
                </a:lnTo>
                <a:lnTo>
                  <a:pt x="2380818" y="0"/>
                </a:lnTo>
                <a:lnTo>
                  <a:pt x="1879922" y="867577"/>
                </a:lnTo>
                <a:cubicBezTo>
                  <a:pt x="1780510" y="1039763"/>
                  <a:pt x="1839505" y="1259935"/>
                  <a:pt x="2011691" y="1359346"/>
                </a:cubicBezTo>
                <a:cubicBezTo>
                  <a:pt x="2183877" y="1458758"/>
                  <a:pt x="2404049" y="1399763"/>
                  <a:pt x="2503460" y="1227577"/>
                </a:cubicBezTo>
                <a:lnTo>
                  <a:pt x="3212202" y="0"/>
                </a:lnTo>
                <a:lnTo>
                  <a:pt x="3463827" y="0"/>
                </a:lnTo>
                <a:lnTo>
                  <a:pt x="3433607" y="27940"/>
                </a:lnTo>
                <a:cubicBezTo>
                  <a:pt x="3417737" y="45838"/>
                  <a:pt x="3403424" y="65593"/>
                  <a:pt x="3390997" y="87116"/>
                </a:cubicBezTo>
                <a:cubicBezTo>
                  <a:pt x="3291585" y="259302"/>
                  <a:pt x="3350580" y="479474"/>
                  <a:pt x="3522766" y="578885"/>
                </a:cubicBezTo>
                <a:cubicBezTo>
                  <a:pt x="3694952" y="678297"/>
                  <a:pt x="3915124" y="619302"/>
                  <a:pt x="4014535" y="447116"/>
                </a:cubicBezTo>
                <a:cubicBezTo>
                  <a:pt x="4089094" y="317977"/>
                  <a:pt x="4074549" y="161845"/>
                  <a:pt x="3989976" y="49911"/>
                </a:cubicBezTo>
                <a:lnTo>
                  <a:pt x="3943831" y="0"/>
                </a:lnTo>
                <a:lnTo>
                  <a:pt x="4609541" y="0"/>
                </a:lnTo>
                <a:lnTo>
                  <a:pt x="4599702" y="13664"/>
                </a:lnTo>
                <a:lnTo>
                  <a:pt x="3550002" y="1831798"/>
                </a:lnTo>
                <a:cubicBezTo>
                  <a:pt x="3450590" y="2003984"/>
                  <a:pt x="3509585" y="2224156"/>
                  <a:pt x="3681771" y="2323567"/>
                </a:cubicBezTo>
                <a:cubicBezTo>
                  <a:pt x="3853957" y="2422979"/>
                  <a:pt x="4074129" y="2363984"/>
                  <a:pt x="4173540" y="2191798"/>
                </a:cubicBezTo>
                <a:lnTo>
                  <a:pt x="5223240" y="373664"/>
                </a:lnTo>
                <a:cubicBezTo>
                  <a:pt x="5285373" y="266048"/>
                  <a:pt x="5285628" y="139687"/>
                  <a:pt x="5235043" y="35780"/>
                </a:cubicBezTo>
                <a:lnTo>
                  <a:pt x="5213111" y="0"/>
                </a:lnTo>
                <a:lnTo>
                  <a:pt x="5668067" y="0"/>
                </a:lnTo>
                <a:lnTo>
                  <a:pt x="5503037" y="285840"/>
                </a:lnTo>
                <a:cubicBezTo>
                  <a:pt x="5403626" y="458026"/>
                  <a:pt x="5462620" y="678198"/>
                  <a:pt x="5634806" y="777609"/>
                </a:cubicBezTo>
                <a:cubicBezTo>
                  <a:pt x="5806992" y="877021"/>
                  <a:pt x="6027164" y="818026"/>
                  <a:pt x="6126575" y="645840"/>
                </a:cubicBezTo>
                <a:lnTo>
                  <a:pt x="6499451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4698637" y="6858000"/>
                </a:lnTo>
                <a:lnTo>
                  <a:pt x="5388388" y="5663316"/>
                </a:lnTo>
                <a:cubicBezTo>
                  <a:pt x="5487800" y="5491131"/>
                  <a:pt x="5428805" y="5270959"/>
                  <a:pt x="5256619" y="5171547"/>
                </a:cubicBezTo>
                <a:cubicBezTo>
                  <a:pt x="5084433" y="5072136"/>
                  <a:pt x="4864262" y="5131131"/>
                  <a:pt x="4764850" y="5303316"/>
                </a:cubicBezTo>
                <a:lnTo>
                  <a:pt x="3867253" y="6858000"/>
                </a:lnTo>
                <a:lnTo>
                  <a:pt x="3438948" y="6858000"/>
                </a:lnTo>
                <a:lnTo>
                  <a:pt x="3410794" y="6812070"/>
                </a:lnTo>
                <a:cubicBezTo>
                  <a:pt x="3382603" y="6774759"/>
                  <a:pt x="3346631" y="6742358"/>
                  <a:pt x="3303584" y="6717505"/>
                </a:cubicBezTo>
                <a:cubicBezTo>
                  <a:pt x="3131398" y="6618094"/>
                  <a:pt x="2911226" y="6677089"/>
                  <a:pt x="2811815" y="6849274"/>
                </a:cubicBezTo>
                <a:lnTo>
                  <a:pt x="2806777" y="6858000"/>
                </a:lnTo>
                <a:lnTo>
                  <a:pt x="2176644" y="6858000"/>
                </a:lnTo>
                <a:lnTo>
                  <a:pt x="2154054" y="6833566"/>
                </a:lnTo>
                <a:cubicBezTo>
                  <a:pt x="2136156" y="6817696"/>
                  <a:pt x="2116401" y="6803383"/>
                  <a:pt x="2094878" y="6790956"/>
                </a:cubicBezTo>
                <a:cubicBezTo>
                  <a:pt x="1965739" y="6716398"/>
                  <a:pt x="1809607" y="6730943"/>
                  <a:pt x="1697673" y="6815515"/>
                </a:cubicBezTo>
                <a:lnTo>
                  <a:pt x="1651721" y="6858000"/>
                </a:lnTo>
                <a:lnTo>
                  <a:pt x="1411386" y="6858000"/>
                </a:lnTo>
                <a:lnTo>
                  <a:pt x="1765272" y="6245052"/>
                </a:lnTo>
                <a:cubicBezTo>
                  <a:pt x="1864684" y="6072867"/>
                  <a:pt x="1805689" y="5852695"/>
                  <a:pt x="1633503" y="5753283"/>
                </a:cubicBezTo>
                <a:cubicBezTo>
                  <a:pt x="1461317" y="5653872"/>
                  <a:pt x="1241145" y="5712867"/>
                  <a:pt x="1141734" y="5885052"/>
                </a:cubicBezTo>
                <a:lnTo>
                  <a:pt x="580002" y="6858000"/>
                </a:lnTo>
                <a:lnTo>
                  <a:pt x="158487" y="6858000"/>
                </a:lnTo>
                <a:lnTo>
                  <a:pt x="150572" y="6810827"/>
                </a:lnTo>
                <a:cubicBezTo>
                  <a:pt x="132688" y="6744082"/>
                  <a:pt x="95707" y="6682455"/>
                  <a:pt x="42014" y="6634843"/>
                </a:cubicBezTo>
                <a:lnTo>
                  <a:pt x="0" y="6604590"/>
                </a:lnTo>
                <a:lnTo>
                  <a:pt x="0" y="6401582"/>
                </a:lnTo>
                <a:lnTo>
                  <a:pt x="5622" y="6407663"/>
                </a:lnTo>
                <a:cubicBezTo>
                  <a:pt x="23520" y="6423534"/>
                  <a:pt x="43275" y="6437847"/>
                  <a:pt x="64798" y="6450273"/>
                </a:cubicBezTo>
                <a:cubicBezTo>
                  <a:pt x="236984" y="6549685"/>
                  <a:pt x="457156" y="6490690"/>
                  <a:pt x="556567" y="6318504"/>
                </a:cubicBezTo>
                <a:cubicBezTo>
                  <a:pt x="655979" y="6146318"/>
                  <a:pt x="596984" y="5926147"/>
                  <a:pt x="424798" y="5826735"/>
                </a:cubicBezTo>
                <a:cubicBezTo>
                  <a:pt x="295659" y="5752177"/>
                  <a:pt x="139527" y="5766722"/>
                  <a:pt x="27593" y="5851294"/>
                </a:cubicBezTo>
                <a:lnTo>
                  <a:pt x="0" y="5876805"/>
                </a:lnTo>
                <a:lnTo>
                  <a:pt x="0" y="5445709"/>
                </a:lnTo>
                <a:lnTo>
                  <a:pt x="95192" y="5280831"/>
                </a:lnTo>
                <a:cubicBezTo>
                  <a:pt x="182178" y="5130169"/>
                  <a:pt x="147883" y="4942767"/>
                  <a:pt x="22599" y="4831673"/>
                </a:cubicBezTo>
                <a:lnTo>
                  <a:pt x="0" y="4815400"/>
                </a:lnTo>
                <a:lnTo>
                  <a:pt x="0" y="4614425"/>
                </a:lnTo>
                <a:lnTo>
                  <a:pt x="45383" y="4647103"/>
                </a:lnTo>
                <a:cubicBezTo>
                  <a:pt x="217569" y="4746515"/>
                  <a:pt x="437741" y="4687520"/>
                  <a:pt x="537152" y="4515334"/>
                </a:cubicBezTo>
                <a:cubicBezTo>
                  <a:pt x="636564" y="4343148"/>
                  <a:pt x="577569" y="4122976"/>
                  <a:pt x="405383" y="4023565"/>
                </a:cubicBezTo>
                <a:cubicBezTo>
                  <a:pt x="276244" y="3949006"/>
                  <a:pt x="120112" y="3963551"/>
                  <a:pt x="8178" y="4048124"/>
                </a:cubicBezTo>
                <a:lnTo>
                  <a:pt x="0" y="4055685"/>
                </a:lnTo>
                <a:lnTo>
                  <a:pt x="0" y="3425622"/>
                </a:lnTo>
                <a:lnTo>
                  <a:pt x="378147" y="2770652"/>
                </a:lnTo>
                <a:cubicBezTo>
                  <a:pt x="477559" y="2598466"/>
                  <a:pt x="418564" y="2378295"/>
                  <a:pt x="246378" y="2278883"/>
                </a:cubicBezTo>
                <a:cubicBezTo>
                  <a:pt x="181808" y="2241604"/>
                  <a:pt x="110490" y="2226601"/>
                  <a:pt x="41323" y="2231488"/>
                </a:cubicBezTo>
                <a:lnTo>
                  <a:pt x="0" y="2238422"/>
                </a:lnTo>
                <a:lnTo>
                  <a:pt x="0" y="1588824"/>
                </a:lnTo>
                <a:lnTo>
                  <a:pt x="358732" y="967482"/>
                </a:lnTo>
                <a:cubicBezTo>
                  <a:pt x="458144" y="795296"/>
                  <a:pt x="399149" y="575125"/>
                  <a:pt x="226963" y="475713"/>
                </a:cubicBezTo>
                <a:cubicBezTo>
                  <a:pt x="162393" y="438434"/>
                  <a:pt x="91075" y="423430"/>
                  <a:pt x="21908" y="428318"/>
                </a:cubicBezTo>
                <a:lnTo>
                  <a:pt x="0" y="431994"/>
                </a:lnTo>
                <a:lnTo>
                  <a:pt x="0" y="0"/>
                </a:lnTo>
                <a:close/>
                <a:moveTo>
                  <a:pt x="6998458" y="33225"/>
                </a:moveTo>
                <a:cubicBezTo>
                  <a:pt x="6883180" y="41372"/>
                  <a:pt x="6773876" y="104773"/>
                  <a:pt x="6711743" y="212389"/>
                </a:cubicBezTo>
                <a:cubicBezTo>
                  <a:pt x="6612332" y="384575"/>
                  <a:pt x="6671326" y="604747"/>
                  <a:pt x="6843512" y="704158"/>
                </a:cubicBezTo>
                <a:cubicBezTo>
                  <a:pt x="7015698" y="803570"/>
                  <a:pt x="7235870" y="744575"/>
                  <a:pt x="7335281" y="572389"/>
                </a:cubicBezTo>
                <a:cubicBezTo>
                  <a:pt x="7434693" y="400203"/>
                  <a:pt x="7375698" y="180031"/>
                  <a:pt x="7203512" y="80620"/>
                </a:cubicBezTo>
                <a:cubicBezTo>
                  <a:pt x="7138942" y="43341"/>
                  <a:pt x="7067625" y="28337"/>
                  <a:pt x="6998458" y="33225"/>
                </a:cubicBezTo>
                <a:close/>
                <a:moveTo>
                  <a:pt x="6556498" y="798722"/>
                </a:moveTo>
                <a:cubicBezTo>
                  <a:pt x="6441220" y="806869"/>
                  <a:pt x="6331916" y="870270"/>
                  <a:pt x="6269783" y="977886"/>
                </a:cubicBezTo>
                <a:lnTo>
                  <a:pt x="5220083" y="2796020"/>
                </a:lnTo>
                <a:cubicBezTo>
                  <a:pt x="5120672" y="2968206"/>
                  <a:pt x="5179666" y="3188378"/>
                  <a:pt x="5351852" y="3287789"/>
                </a:cubicBezTo>
                <a:cubicBezTo>
                  <a:pt x="5524038" y="3387201"/>
                  <a:pt x="5744210" y="3328206"/>
                  <a:pt x="5843621" y="3156020"/>
                </a:cubicBezTo>
                <a:lnTo>
                  <a:pt x="6893321" y="1337886"/>
                </a:lnTo>
                <a:cubicBezTo>
                  <a:pt x="6992733" y="1165700"/>
                  <a:pt x="6933738" y="945529"/>
                  <a:pt x="6761552" y="846117"/>
                </a:cubicBezTo>
                <a:cubicBezTo>
                  <a:pt x="6696982" y="808838"/>
                  <a:pt x="6625665" y="793834"/>
                  <a:pt x="6556498" y="798722"/>
                </a:cubicBezTo>
                <a:close/>
                <a:moveTo>
                  <a:pt x="6575913" y="2601892"/>
                </a:moveTo>
                <a:cubicBezTo>
                  <a:pt x="6460635" y="2610039"/>
                  <a:pt x="6351331" y="2673440"/>
                  <a:pt x="6289198" y="2781056"/>
                </a:cubicBezTo>
                <a:lnTo>
                  <a:pt x="5239498" y="4599190"/>
                </a:lnTo>
                <a:cubicBezTo>
                  <a:pt x="5140087" y="4771376"/>
                  <a:pt x="5199081" y="4991548"/>
                  <a:pt x="5371267" y="5090959"/>
                </a:cubicBezTo>
                <a:cubicBezTo>
                  <a:pt x="5543453" y="5190371"/>
                  <a:pt x="5763625" y="5131376"/>
                  <a:pt x="5863036" y="4959190"/>
                </a:cubicBezTo>
                <a:lnTo>
                  <a:pt x="6912736" y="3141056"/>
                </a:lnTo>
                <a:cubicBezTo>
                  <a:pt x="7012148" y="2968870"/>
                  <a:pt x="6953153" y="2748699"/>
                  <a:pt x="6780967" y="2649287"/>
                </a:cubicBezTo>
                <a:cubicBezTo>
                  <a:pt x="6716397" y="2612008"/>
                  <a:pt x="6645080" y="2597005"/>
                  <a:pt x="6575913" y="2601892"/>
                </a:cubicBezTo>
                <a:close/>
                <a:moveTo>
                  <a:pt x="5347792" y="872173"/>
                </a:moveTo>
                <a:cubicBezTo>
                  <a:pt x="5232514" y="880320"/>
                  <a:pt x="5123210" y="943721"/>
                  <a:pt x="5061077" y="1051337"/>
                </a:cubicBezTo>
                <a:cubicBezTo>
                  <a:pt x="4961666" y="1223523"/>
                  <a:pt x="5020660" y="1443695"/>
                  <a:pt x="5192846" y="1543106"/>
                </a:cubicBezTo>
                <a:cubicBezTo>
                  <a:pt x="5365032" y="1642518"/>
                  <a:pt x="5585204" y="1583523"/>
                  <a:pt x="5684615" y="1411337"/>
                </a:cubicBezTo>
                <a:cubicBezTo>
                  <a:pt x="5784027" y="1239151"/>
                  <a:pt x="5725032" y="1018979"/>
                  <a:pt x="5552846" y="919568"/>
                </a:cubicBezTo>
                <a:cubicBezTo>
                  <a:pt x="5488276" y="882289"/>
                  <a:pt x="5416959" y="867285"/>
                  <a:pt x="5347792" y="872173"/>
                </a:cubicBezTo>
                <a:close/>
                <a:moveTo>
                  <a:pt x="4905832" y="1637670"/>
                </a:moveTo>
                <a:cubicBezTo>
                  <a:pt x="4790554" y="1645817"/>
                  <a:pt x="4681250" y="1709218"/>
                  <a:pt x="4619117" y="1816834"/>
                </a:cubicBezTo>
                <a:lnTo>
                  <a:pt x="3569417" y="3634968"/>
                </a:lnTo>
                <a:cubicBezTo>
                  <a:pt x="3470005" y="3807154"/>
                  <a:pt x="3529000" y="4027326"/>
                  <a:pt x="3701186" y="4126737"/>
                </a:cubicBezTo>
                <a:cubicBezTo>
                  <a:pt x="3873372" y="4226149"/>
                  <a:pt x="4093544" y="4167154"/>
                  <a:pt x="4192955" y="3994968"/>
                </a:cubicBezTo>
                <a:lnTo>
                  <a:pt x="5242655" y="2176834"/>
                </a:lnTo>
                <a:cubicBezTo>
                  <a:pt x="5342067" y="2004648"/>
                  <a:pt x="5283072" y="1784477"/>
                  <a:pt x="5110886" y="1685065"/>
                </a:cubicBezTo>
                <a:cubicBezTo>
                  <a:pt x="5046316" y="1647786"/>
                  <a:pt x="4974999" y="1632783"/>
                  <a:pt x="4905832" y="1637670"/>
                </a:cubicBezTo>
                <a:close/>
                <a:moveTo>
                  <a:pt x="5032150" y="3320982"/>
                </a:moveTo>
                <a:cubicBezTo>
                  <a:pt x="4916872" y="3329129"/>
                  <a:pt x="4807568" y="3392530"/>
                  <a:pt x="4745435" y="3500146"/>
                </a:cubicBezTo>
                <a:lnTo>
                  <a:pt x="3695735" y="5318280"/>
                </a:lnTo>
                <a:cubicBezTo>
                  <a:pt x="3596323" y="5490466"/>
                  <a:pt x="3655318" y="5710638"/>
                  <a:pt x="3827504" y="5810049"/>
                </a:cubicBezTo>
                <a:cubicBezTo>
                  <a:pt x="3999690" y="5909461"/>
                  <a:pt x="4219862" y="5850466"/>
                  <a:pt x="4319273" y="5678280"/>
                </a:cubicBezTo>
                <a:lnTo>
                  <a:pt x="5368973" y="3860146"/>
                </a:lnTo>
                <a:cubicBezTo>
                  <a:pt x="5468385" y="3687960"/>
                  <a:pt x="5409390" y="3467789"/>
                  <a:pt x="5237204" y="3368377"/>
                </a:cubicBezTo>
                <a:cubicBezTo>
                  <a:pt x="5172634" y="3331098"/>
                  <a:pt x="5101317" y="3316095"/>
                  <a:pt x="5032150" y="3320982"/>
                </a:cubicBezTo>
                <a:close/>
                <a:moveTo>
                  <a:pt x="3235751" y="673449"/>
                </a:moveTo>
                <a:cubicBezTo>
                  <a:pt x="3120473" y="681596"/>
                  <a:pt x="3011169" y="744997"/>
                  <a:pt x="2949037" y="852613"/>
                </a:cubicBezTo>
                <a:lnTo>
                  <a:pt x="1899337" y="2670747"/>
                </a:lnTo>
                <a:cubicBezTo>
                  <a:pt x="1799925" y="2842933"/>
                  <a:pt x="1858920" y="3063105"/>
                  <a:pt x="2031106" y="3162516"/>
                </a:cubicBezTo>
                <a:cubicBezTo>
                  <a:pt x="2203292" y="3261928"/>
                  <a:pt x="2423464" y="3202933"/>
                  <a:pt x="2522875" y="3030747"/>
                </a:cubicBezTo>
                <a:lnTo>
                  <a:pt x="3572575" y="1212613"/>
                </a:lnTo>
                <a:cubicBezTo>
                  <a:pt x="3671987" y="1040427"/>
                  <a:pt x="3612992" y="820256"/>
                  <a:pt x="3440806" y="720844"/>
                </a:cubicBezTo>
                <a:cubicBezTo>
                  <a:pt x="3376236" y="683565"/>
                  <a:pt x="3304919" y="668561"/>
                  <a:pt x="3235751" y="673449"/>
                </a:cubicBezTo>
                <a:close/>
                <a:moveTo>
                  <a:pt x="3362068" y="2356760"/>
                </a:moveTo>
                <a:cubicBezTo>
                  <a:pt x="3246790" y="2364907"/>
                  <a:pt x="3137486" y="2428308"/>
                  <a:pt x="3075354" y="2535924"/>
                </a:cubicBezTo>
                <a:lnTo>
                  <a:pt x="2025654" y="4354058"/>
                </a:lnTo>
                <a:cubicBezTo>
                  <a:pt x="1926242" y="4526244"/>
                  <a:pt x="1985237" y="4746416"/>
                  <a:pt x="2157423" y="4845827"/>
                </a:cubicBezTo>
                <a:cubicBezTo>
                  <a:pt x="2329609" y="4945239"/>
                  <a:pt x="2549781" y="4886244"/>
                  <a:pt x="2649192" y="4714058"/>
                </a:cubicBezTo>
                <a:lnTo>
                  <a:pt x="3698892" y="2895924"/>
                </a:lnTo>
                <a:cubicBezTo>
                  <a:pt x="3798304" y="2723738"/>
                  <a:pt x="3739309" y="2503567"/>
                  <a:pt x="3567123" y="2404155"/>
                </a:cubicBezTo>
                <a:cubicBezTo>
                  <a:pt x="3502553" y="2366876"/>
                  <a:pt x="3431236" y="2351873"/>
                  <a:pt x="3362068" y="2356760"/>
                </a:cubicBezTo>
                <a:close/>
                <a:moveTo>
                  <a:pt x="3381483" y="4159930"/>
                </a:moveTo>
                <a:cubicBezTo>
                  <a:pt x="3266205" y="4168077"/>
                  <a:pt x="3156901" y="4231478"/>
                  <a:pt x="3094769" y="4339094"/>
                </a:cubicBezTo>
                <a:lnTo>
                  <a:pt x="2045069" y="6157228"/>
                </a:lnTo>
                <a:cubicBezTo>
                  <a:pt x="1945657" y="6329414"/>
                  <a:pt x="2004652" y="6549586"/>
                  <a:pt x="2176838" y="6648997"/>
                </a:cubicBezTo>
                <a:cubicBezTo>
                  <a:pt x="2349024" y="6748409"/>
                  <a:pt x="2569196" y="6689414"/>
                  <a:pt x="2668607" y="6517228"/>
                </a:cubicBezTo>
                <a:lnTo>
                  <a:pt x="3718307" y="4699094"/>
                </a:lnTo>
                <a:cubicBezTo>
                  <a:pt x="3817719" y="4526909"/>
                  <a:pt x="3758724" y="4306737"/>
                  <a:pt x="3586538" y="4207325"/>
                </a:cubicBezTo>
                <a:cubicBezTo>
                  <a:pt x="3521968" y="4170046"/>
                  <a:pt x="3450651" y="4155043"/>
                  <a:pt x="3381483" y="4159930"/>
                </a:cubicBezTo>
                <a:close/>
                <a:moveTo>
                  <a:pt x="3540489" y="5904613"/>
                </a:moveTo>
                <a:cubicBezTo>
                  <a:pt x="3425211" y="5912760"/>
                  <a:pt x="3315907" y="5976161"/>
                  <a:pt x="3253775" y="6083777"/>
                </a:cubicBezTo>
                <a:cubicBezTo>
                  <a:pt x="3154363" y="6255963"/>
                  <a:pt x="3213358" y="6476135"/>
                  <a:pt x="3385544" y="6575546"/>
                </a:cubicBezTo>
                <a:cubicBezTo>
                  <a:pt x="3557730" y="6674958"/>
                  <a:pt x="3777902" y="6615963"/>
                  <a:pt x="3877313" y="6443777"/>
                </a:cubicBezTo>
                <a:cubicBezTo>
                  <a:pt x="3976725" y="6271591"/>
                  <a:pt x="3917730" y="6051420"/>
                  <a:pt x="3745544" y="5952008"/>
                </a:cubicBezTo>
                <a:cubicBezTo>
                  <a:pt x="3680974" y="5914729"/>
                  <a:pt x="3609657" y="5899726"/>
                  <a:pt x="3540489" y="5904613"/>
                </a:cubicBezTo>
                <a:close/>
                <a:moveTo>
                  <a:pt x="1691988" y="1392539"/>
                </a:moveTo>
                <a:cubicBezTo>
                  <a:pt x="1576710" y="1400686"/>
                  <a:pt x="1467406" y="1464087"/>
                  <a:pt x="1405274" y="1571703"/>
                </a:cubicBezTo>
                <a:lnTo>
                  <a:pt x="355574" y="3389837"/>
                </a:lnTo>
                <a:cubicBezTo>
                  <a:pt x="256162" y="3562023"/>
                  <a:pt x="315157" y="3782195"/>
                  <a:pt x="487343" y="3881606"/>
                </a:cubicBezTo>
                <a:cubicBezTo>
                  <a:pt x="659529" y="3981018"/>
                  <a:pt x="879701" y="3922023"/>
                  <a:pt x="979112" y="3749837"/>
                </a:cubicBezTo>
                <a:lnTo>
                  <a:pt x="2028812" y="1931703"/>
                </a:lnTo>
                <a:cubicBezTo>
                  <a:pt x="2128224" y="1759517"/>
                  <a:pt x="2069229" y="1539346"/>
                  <a:pt x="1897043" y="1439934"/>
                </a:cubicBezTo>
                <a:cubicBezTo>
                  <a:pt x="1832473" y="1402655"/>
                  <a:pt x="1761156" y="1387652"/>
                  <a:pt x="1691988" y="1392539"/>
                </a:cubicBezTo>
                <a:close/>
                <a:moveTo>
                  <a:pt x="1739503" y="3243790"/>
                </a:moveTo>
                <a:cubicBezTo>
                  <a:pt x="1624225" y="3251937"/>
                  <a:pt x="1514921" y="3315338"/>
                  <a:pt x="1452789" y="3422954"/>
                </a:cubicBezTo>
                <a:lnTo>
                  <a:pt x="403089" y="5241088"/>
                </a:lnTo>
                <a:cubicBezTo>
                  <a:pt x="303677" y="5413274"/>
                  <a:pt x="362672" y="5633446"/>
                  <a:pt x="534858" y="5732857"/>
                </a:cubicBezTo>
                <a:cubicBezTo>
                  <a:pt x="707044" y="5832269"/>
                  <a:pt x="927216" y="5773274"/>
                  <a:pt x="1026627" y="5601088"/>
                </a:cubicBezTo>
                <a:lnTo>
                  <a:pt x="2076327" y="3782954"/>
                </a:lnTo>
                <a:cubicBezTo>
                  <a:pt x="2175739" y="3610768"/>
                  <a:pt x="2116744" y="3390597"/>
                  <a:pt x="1944558" y="3291185"/>
                </a:cubicBezTo>
                <a:cubicBezTo>
                  <a:pt x="1879988" y="3253906"/>
                  <a:pt x="1808671" y="3238903"/>
                  <a:pt x="1739503" y="3243790"/>
                </a:cubicBezTo>
                <a:close/>
                <a:moveTo>
                  <a:pt x="1870408" y="4940391"/>
                </a:moveTo>
                <a:cubicBezTo>
                  <a:pt x="1755130" y="4948538"/>
                  <a:pt x="1645826" y="5011939"/>
                  <a:pt x="1583694" y="5119555"/>
                </a:cubicBezTo>
                <a:cubicBezTo>
                  <a:pt x="1484282" y="5291741"/>
                  <a:pt x="1543277" y="5511913"/>
                  <a:pt x="1715463" y="5611324"/>
                </a:cubicBezTo>
                <a:cubicBezTo>
                  <a:pt x="1887649" y="5710736"/>
                  <a:pt x="2107821" y="5651741"/>
                  <a:pt x="2207232" y="5479555"/>
                </a:cubicBezTo>
                <a:cubicBezTo>
                  <a:pt x="2306644" y="5307369"/>
                  <a:pt x="2247649" y="5087198"/>
                  <a:pt x="2075463" y="4987786"/>
                </a:cubicBezTo>
                <a:cubicBezTo>
                  <a:pt x="2010893" y="4950507"/>
                  <a:pt x="1939576" y="4935504"/>
                  <a:pt x="1870408" y="4940391"/>
                </a:cubicBezTo>
                <a:close/>
              </a:path>
            </a:pathLst>
          </a:custGeom>
          <a:solidFill>
            <a:schemeClr val="tx1">
              <a:alpha val="88000"/>
            </a:schemeClr>
          </a:solidFill>
          <a:ln>
            <a:noFill/>
          </a:ln>
          <a:effectLst>
            <a:outerShdw blurRad="38100" dist="101600" dir="9600000" algn="r" rotWithShape="0">
              <a:prstClr val="black">
                <a:alpha val="8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8EF9D13-11A1-8D7F-7840-AD4B0D6334C9}"/>
              </a:ext>
            </a:extLst>
          </p:cNvPr>
          <p:cNvSpPr txBox="1"/>
          <p:nvPr/>
        </p:nvSpPr>
        <p:spPr>
          <a:xfrm>
            <a:off x="8388168" y="1126671"/>
            <a:ext cx="37176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4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گزارش وضعیت </a:t>
            </a:r>
            <a:endParaRPr lang="en-US" sz="4400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3C905B9-59C4-FAE5-AD21-F5C1682A1307}"/>
              </a:ext>
            </a:extLst>
          </p:cNvPr>
          <p:cNvSpPr txBox="1"/>
          <p:nvPr/>
        </p:nvSpPr>
        <p:spPr>
          <a:xfrm>
            <a:off x="6677478" y="1896112"/>
            <a:ext cx="4711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طراحی شبکه شرکت کیان</a:t>
            </a:r>
            <a:endParaRPr lang="en-US" sz="3600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3E2DB21-9AAB-CAA7-194F-8AF225A21281}"/>
              </a:ext>
            </a:extLst>
          </p:cNvPr>
          <p:cNvSpPr txBox="1"/>
          <p:nvPr/>
        </p:nvSpPr>
        <p:spPr>
          <a:xfrm>
            <a:off x="8121468" y="5750005"/>
            <a:ext cx="3162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رضا </a:t>
            </a:r>
            <a:r>
              <a:rPr lang="fa-IR" sz="2800" dirty="0" err="1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عمادی</a:t>
            </a:r>
            <a:r>
              <a:rPr lang="fa-IR" sz="28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</a:t>
            </a:r>
          </a:p>
          <a:p>
            <a:pPr rtl="1"/>
            <a:r>
              <a:rPr lang="fa-IR" sz="28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صالح آزموده</a:t>
            </a:r>
            <a:endParaRPr lang="en-US" sz="2800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6D4CF828-989D-2603-680B-02D37405D199}"/>
              </a:ext>
            </a:extLst>
          </p:cNvPr>
          <p:cNvGrpSpPr/>
          <p:nvPr/>
        </p:nvGrpSpPr>
        <p:grpSpPr>
          <a:xfrm>
            <a:off x="-5121428" y="774719"/>
            <a:ext cx="4266083" cy="5308561"/>
            <a:chOff x="-1681703" y="841616"/>
            <a:chExt cx="4266083" cy="5308561"/>
          </a:xfrm>
        </p:grpSpPr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C380570C-DD98-D2F3-F421-246E944172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568" y="1717948"/>
              <a:ext cx="846132" cy="69427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2CA482FF-8C3B-B88C-EA85-7311FDD320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414" y="2840896"/>
              <a:ext cx="953011" cy="24066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07F4B37D-38F3-F005-9FDA-279B4862FA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4414" y="3798496"/>
              <a:ext cx="1012542" cy="17342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BE0C9509-3E08-E3A1-4023-CC3881562C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1531" y="4534235"/>
              <a:ext cx="836319" cy="57830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6A156CD8-424F-07A8-C6FB-8B4378767E29}"/>
                </a:ext>
              </a:extLst>
            </p:cNvPr>
            <p:cNvSpPr/>
            <p:nvPr/>
          </p:nvSpPr>
          <p:spPr>
            <a:xfrm flipH="1">
              <a:off x="-1681703" y="2223410"/>
              <a:ext cx="2626271" cy="2596911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01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4353F13E-2498-367B-C34E-CBF4C4BCBEC3}"/>
                </a:ext>
              </a:extLst>
            </p:cNvPr>
            <p:cNvSpPr/>
            <p:nvPr/>
          </p:nvSpPr>
          <p:spPr>
            <a:xfrm flipH="1">
              <a:off x="-1432700" y="2483101"/>
              <a:ext cx="2101017" cy="2077529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01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508608B1-AA95-29AB-FF96-C82C873992FA}"/>
                </a:ext>
              </a:extLst>
            </p:cNvPr>
            <p:cNvSpPr/>
            <p:nvPr/>
          </p:nvSpPr>
          <p:spPr>
            <a:xfrm flipH="1">
              <a:off x="2059126" y="3713224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52025240-259F-63A3-AFB9-6858E3682727}"/>
                </a:ext>
              </a:extLst>
            </p:cNvPr>
            <p:cNvSpPr/>
            <p:nvPr/>
          </p:nvSpPr>
          <p:spPr>
            <a:xfrm flipH="1">
              <a:off x="2111651" y="3765162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0E27BCCD-C279-6C59-B896-CA53943DEEC3}"/>
                </a:ext>
              </a:extLst>
            </p:cNvPr>
            <p:cNvSpPr/>
            <p:nvPr/>
          </p:nvSpPr>
          <p:spPr>
            <a:xfrm flipH="1">
              <a:off x="2007955" y="2581205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861B1760-F439-E80A-69CF-FD0EDD9B92C8}"/>
                </a:ext>
              </a:extLst>
            </p:cNvPr>
            <p:cNvSpPr/>
            <p:nvPr/>
          </p:nvSpPr>
          <p:spPr>
            <a:xfrm flipH="1">
              <a:off x="2060480" y="2633143"/>
              <a:ext cx="420204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DDED8299-3E99-A552-16E1-6ED6E4C9379B}"/>
                </a:ext>
              </a:extLst>
            </p:cNvPr>
            <p:cNvSpPr/>
            <p:nvPr/>
          </p:nvSpPr>
          <p:spPr>
            <a:xfrm flipH="1">
              <a:off x="1527158" y="1466867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BF49BE2-FD1A-235B-59A8-015F0EB16744}"/>
                </a:ext>
              </a:extLst>
            </p:cNvPr>
            <p:cNvSpPr/>
            <p:nvPr/>
          </p:nvSpPr>
          <p:spPr>
            <a:xfrm flipH="1">
              <a:off x="1579683" y="1518805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9C4DA8BD-320A-C867-527E-454D5E329702}"/>
                </a:ext>
              </a:extLst>
            </p:cNvPr>
            <p:cNvSpPr/>
            <p:nvPr/>
          </p:nvSpPr>
          <p:spPr>
            <a:xfrm flipH="1">
              <a:off x="560581" y="5630795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7E45A08C-232D-45E2-4BFD-72DC8998B9DA}"/>
                </a:ext>
              </a:extLst>
            </p:cNvPr>
            <p:cNvSpPr/>
            <p:nvPr/>
          </p:nvSpPr>
          <p:spPr>
            <a:xfrm flipH="1">
              <a:off x="613106" y="5682733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C5EC5701-E488-6640-29E8-36B246F54080}"/>
                </a:ext>
              </a:extLst>
            </p:cNvPr>
            <p:cNvSpPr/>
            <p:nvPr/>
          </p:nvSpPr>
          <p:spPr>
            <a:xfrm flipH="1">
              <a:off x="1586711" y="4838178"/>
              <a:ext cx="52202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8D07C86F-4392-7EEB-E025-EB9760D05E0E}"/>
                </a:ext>
              </a:extLst>
            </p:cNvPr>
            <p:cNvSpPr/>
            <p:nvPr/>
          </p:nvSpPr>
          <p:spPr>
            <a:xfrm flipH="1">
              <a:off x="1637622" y="4890116"/>
              <a:ext cx="420203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BFE897F3-20DA-B9B4-4FAE-61EC1142EE3F}"/>
                </a:ext>
              </a:extLst>
            </p:cNvPr>
            <p:cNvSpPr/>
            <p:nvPr/>
          </p:nvSpPr>
          <p:spPr>
            <a:xfrm flipH="1">
              <a:off x="431429" y="841616"/>
              <a:ext cx="547729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34D682A9-9030-725B-6AF5-3865CE814B5A}"/>
                </a:ext>
              </a:extLst>
            </p:cNvPr>
            <p:cNvSpPr/>
            <p:nvPr/>
          </p:nvSpPr>
          <p:spPr>
            <a:xfrm flipH="1">
              <a:off x="495192" y="893554"/>
              <a:ext cx="420203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947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6C0B1F82-C903-1FE2-503C-2D48D5545EF5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187723-B860-FA62-17AD-A09E06CF9552}"/>
              </a:ext>
            </a:extLst>
          </p:cNvPr>
          <p:cNvSpPr txBox="1"/>
          <p:nvPr/>
        </p:nvSpPr>
        <p:spPr>
          <a:xfrm>
            <a:off x="9655394" y="673077"/>
            <a:ext cx="1774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تقسیم‌بندی شبکه</a:t>
            </a:r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25262-2618-6952-14A9-5E6BFBBC57CD}"/>
              </a:ext>
            </a:extLst>
          </p:cNvPr>
          <p:cNvSpPr txBox="1"/>
          <p:nvPr/>
        </p:nvSpPr>
        <p:spPr>
          <a:xfrm>
            <a:off x="8078622" y="673077"/>
            <a:ext cx="1727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(Subnet Plan)</a:t>
            </a:r>
          </a:p>
        </p:txBody>
      </p:sp>
      <p:grpSp>
        <p:nvGrpSpPr>
          <p:cNvPr id="13" name="مفید بوده؟">
            <a:extLst>
              <a:ext uri="{FF2B5EF4-FFF2-40B4-BE49-F238E27FC236}">
                <a16:creationId xmlns:a16="http://schemas.microsoft.com/office/drawing/2014/main" id="{D6FC0CA0-A7E9-5F57-5F31-5F60D3B326C5}"/>
              </a:ext>
            </a:extLst>
          </p:cNvPr>
          <p:cNvGrpSpPr/>
          <p:nvPr/>
        </p:nvGrpSpPr>
        <p:grpSpPr>
          <a:xfrm>
            <a:off x="8078622" y="3180128"/>
            <a:ext cx="2865185" cy="1281280"/>
            <a:chOff x="5278971" y="2062136"/>
            <a:chExt cx="2865185" cy="128128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8FEF757-C005-63AC-ED98-0604BF305BC2}"/>
                </a:ext>
              </a:extLst>
            </p:cNvPr>
            <p:cNvGrpSpPr/>
            <p:nvPr/>
          </p:nvGrpSpPr>
          <p:grpSpPr>
            <a:xfrm flipH="1">
              <a:off x="5278971" y="2062136"/>
              <a:ext cx="2865185" cy="1281280"/>
              <a:chOff x="4270795" y="1855887"/>
              <a:chExt cx="3057923" cy="1386329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C0A58F7-C416-5806-B7B4-607E27E455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  <a14:imgEffect>
                          <a14:colorTemperature colorTemp="8800"/>
                        </a14:imgEffect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4270795" y="1855887"/>
                <a:ext cx="3057923" cy="1386329"/>
              </a:xfrm>
              <a:prstGeom prst="rect">
                <a:avLst/>
              </a:prstGeom>
            </p:spPr>
          </p:pic>
          <p:sp>
            <p:nvSpPr>
              <p:cNvPr id="17" name="Rectangle: Rounded Corners 30">
                <a:extLst>
                  <a:ext uri="{FF2B5EF4-FFF2-40B4-BE49-F238E27FC236}">
                    <a16:creationId xmlns:a16="http://schemas.microsoft.com/office/drawing/2014/main" id="{D7100B67-C6F0-FD9A-48DF-A05D3A230400}"/>
                  </a:ext>
                </a:extLst>
              </p:cNvPr>
              <p:cNvSpPr/>
              <p:nvPr/>
            </p:nvSpPr>
            <p:spPr>
              <a:xfrm>
                <a:off x="4361516" y="1934221"/>
                <a:ext cx="2878101" cy="884523"/>
              </a:xfrm>
              <a:custGeom>
                <a:avLst/>
                <a:gdLst>
                  <a:gd name="connsiteX0" fmla="*/ 0 w 2913961"/>
                  <a:gd name="connsiteY0" fmla="*/ 173583 h 1041478"/>
                  <a:gd name="connsiteX1" fmla="*/ 173583 w 2913961"/>
                  <a:gd name="connsiteY1" fmla="*/ 0 h 1041478"/>
                  <a:gd name="connsiteX2" fmla="*/ 2740378 w 2913961"/>
                  <a:gd name="connsiteY2" fmla="*/ 0 h 1041478"/>
                  <a:gd name="connsiteX3" fmla="*/ 2913961 w 2913961"/>
                  <a:gd name="connsiteY3" fmla="*/ 173583 h 1041478"/>
                  <a:gd name="connsiteX4" fmla="*/ 2913961 w 2913961"/>
                  <a:gd name="connsiteY4" fmla="*/ 867895 h 1041478"/>
                  <a:gd name="connsiteX5" fmla="*/ 2740378 w 2913961"/>
                  <a:gd name="connsiteY5" fmla="*/ 1041478 h 1041478"/>
                  <a:gd name="connsiteX6" fmla="*/ 173583 w 2913961"/>
                  <a:gd name="connsiteY6" fmla="*/ 1041478 h 1041478"/>
                  <a:gd name="connsiteX7" fmla="*/ 0 w 2913961"/>
                  <a:gd name="connsiteY7" fmla="*/ 867895 h 1041478"/>
                  <a:gd name="connsiteX8" fmla="*/ 0 w 2913961"/>
                  <a:gd name="connsiteY8" fmla="*/ 173583 h 1041478"/>
                  <a:gd name="connsiteX0" fmla="*/ 0 w 2913961"/>
                  <a:gd name="connsiteY0" fmla="*/ 173583 h 1041478"/>
                  <a:gd name="connsiteX1" fmla="*/ 254265 w 2913961"/>
                  <a:gd name="connsiteY1" fmla="*/ 152400 h 1041478"/>
                  <a:gd name="connsiteX2" fmla="*/ 2740378 w 2913961"/>
                  <a:gd name="connsiteY2" fmla="*/ 0 h 1041478"/>
                  <a:gd name="connsiteX3" fmla="*/ 2913961 w 2913961"/>
                  <a:gd name="connsiteY3" fmla="*/ 173583 h 1041478"/>
                  <a:gd name="connsiteX4" fmla="*/ 2913961 w 2913961"/>
                  <a:gd name="connsiteY4" fmla="*/ 867895 h 1041478"/>
                  <a:gd name="connsiteX5" fmla="*/ 2740378 w 2913961"/>
                  <a:gd name="connsiteY5" fmla="*/ 1041478 h 1041478"/>
                  <a:gd name="connsiteX6" fmla="*/ 173583 w 2913961"/>
                  <a:gd name="connsiteY6" fmla="*/ 1041478 h 1041478"/>
                  <a:gd name="connsiteX7" fmla="*/ 0 w 2913961"/>
                  <a:gd name="connsiteY7" fmla="*/ 867895 h 1041478"/>
                  <a:gd name="connsiteX8" fmla="*/ 0 w 2913961"/>
                  <a:gd name="connsiteY8" fmla="*/ 173583 h 1041478"/>
                  <a:gd name="connsiteX0" fmla="*/ 125506 w 2913961"/>
                  <a:gd name="connsiteY0" fmla="*/ 334948 h 1041478"/>
                  <a:gd name="connsiteX1" fmla="*/ 254265 w 2913961"/>
                  <a:gd name="connsiteY1" fmla="*/ 152400 h 1041478"/>
                  <a:gd name="connsiteX2" fmla="*/ 2740378 w 2913961"/>
                  <a:gd name="connsiteY2" fmla="*/ 0 h 1041478"/>
                  <a:gd name="connsiteX3" fmla="*/ 2913961 w 2913961"/>
                  <a:gd name="connsiteY3" fmla="*/ 173583 h 1041478"/>
                  <a:gd name="connsiteX4" fmla="*/ 2913961 w 2913961"/>
                  <a:gd name="connsiteY4" fmla="*/ 867895 h 1041478"/>
                  <a:gd name="connsiteX5" fmla="*/ 2740378 w 2913961"/>
                  <a:gd name="connsiteY5" fmla="*/ 1041478 h 1041478"/>
                  <a:gd name="connsiteX6" fmla="*/ 173583 w 2913961"/>
                  <a:gd name="connsiteY6" fmla="*/ 1041478 h 1041478"/>
                  <a:gd name="connsiteX7" fmla="*/ 0 w 2913961"/>
                  <a:gd name="connsiteY7" fmla="*/ 867895 h 1041478"/>
                  <a:gd name="connsiteX8" fmla="*/ 125506 w 2913961"/>
                  <a:gd name="connsiteY8" fmla="*/ 334948 h 1041478"/>
                  <a:gd name="connsiteX0" fmla="*/ 125506 w 2913961"/>
                  <a:gd name="connsiteY0" fmla="*/ 334948 h 1041478"/>
                  <a:gd name="connsiteX1" fmla="*/ 173583 w 2913961"/>
                  <a:gd name="connsiteY1" fmla="*/ 53789 h 1041478"/>
                  <a:gd name="connsiteX2" fmla="*/ 2740378 w 2913961"/>
                  <a:gd name="connsiteY2" fmla="*/ 0 h 1041478"/>
                  <a:gd name="connsiteX3" fmla="*/ 2913961 w 2913961"/>
                  <a:gd name="connsiteY3" fmla="*/ 173583 h 1041478"/>
                  <a:gd name="connsiteX4" fmla="*/ 2913961 w 2913961"/>
                  <a:gd name="connsiteY4" fmla="*/ 867895 h 1041478"/>
                  <a:gd name="connsiteX5" fmla="*/ 2740378 w 2913961"/>
                  <a:gd name="connsiteY5" fmla="*/ 1041478 h 1041478"/>
                  <a:gd name="connsiteX6" fmla="*/ 173583 w 2913961"/>
                  <a:gd name="connsiteY6" fmla="*/ 1041478 h 1041478"/>
                  <a:gd name="connsiteX7" fmla="*/ 0 w 2913961"/>
                  <a:gd name="connsiteY7" fmla="*/ 867895 h 1041478"/>
                  <a:gd name="connsiteX8" fmla="*/ 125506 w 2913961"/>
                  <a:gd name="connsiteY8" fmla="*/ 334948 h 1041478"/>
                  <a:gd name="connsiteX0" fmla="*/ 44824 w 2913961"/>
                  <a:gd name="connsiteY0" fmla="*/ 128759 h 1041478"/>
                  <a:gd name="connsiteX1" fmla="*/ 173583 w 2913961"/>
                  <a:gd name="connsiteY1" fmla="*/ 53789 h 1041478"/>
                  <a:gd name="connsiteX2" fmla="*/ 2740378 w 2913961"/>
                  <a:gd name="connsiteY2" fmla="*/ 0 h 1041478"/>
                  <a:gd name="connsiteX3" fmla="*/ 2913961 w 2913961"/>
                  <a:gd name="connsiteY3" fmla="*/ 173583 h 1041478"/>
                  <a:gd name="connsiteX4" fmla="*/ 2913961 w 2913961"/>
                  <a:gd name="connsiteY4" fmla="*/ 867895 h 1041478"/>
                  <a:gd name="connsiteX5" fmla="*/ 2740378 w 2913961"/>
                  <a:gd name="connsiteY5" fmla="*/ 1041478 h 1041478"/>
                  <a:gd name="connsiteX6" fmla="*/ 173583 w 2913961"/>
                  <a:gd name="connsiteY6" fmla="*/ 1041478 h 1041478"/>
                  <a:gd name="connsiteX7" fmla="*/ 0 w 2913961"/>
                  <a:gd name="connsiteY7" fmla="*/ 867895 h 1041478"/>
                  <a:gd name="connsiteX8" fmla="*/ 44824 w 2913961"/>
                  <a:gd name="connsiteY8" fmla="*/ 128759 h 1041478"/>
                  <a:gd name="connsiteX0" fmla="*/ 0 w 2869137"/>
                  <a:gd name="connsiteY0" fmla="*/ 128759 h 1041478"/>
                  <a:gd name="connsiteX1" fmla="*/ 128759 w 2869137"/>
                  <a:gd name="connsiteY1" fmla="*/ 53789 h 1041478"/>
                  <a:gd name="connsiteX2" fmla="*/ 2695554 w 2869137"/>
                  <a:gd name="connsiteY2" fmla="*/ 0 h 1041478"/>
                  <a:gd name="connsiteX3" fmla="*/ 2869137 w 2869137"/>
                  <a:gd name="connsiteY3" fmla="*/ 173583 h 1041478"/>
                  <a:gd name="connsiteX4" fmla="*/ 2869137 w 2869137"/>
                  <a:gd name="connsiteY4" fmla="*/ 867895 h 1041478"/>
                  <a:gd name="connsiteX5" fmla="*/ 2695554 w 2869137"/>
                  <a:gd name="connsiteY5" fmla="*/ 1041478 h 1041478"/>
                  <a:gd name="connsiteX6" fmla="*/ 128759 w 2869137"/>
                  <a:gd name="connsiteY6" fmla="*/ 1041478 h 1041478"/>
                  <a:gd name="connsiteX7" fmla="*/ 143434 w 2869137"/>
                  <a:gd name="connsiteY7" fmla="*/ 814107 h 1041478"/>
                  <a:gd name="connsiteX8" fmla="*/ 0 w 2869137"/>
                  <a:gd name="connsiteY8" fmla="*/ 128759 h 1041478"/>
                  <a:gd name="connsiteX0" fmla="*/ 0 w 2869137"/>
                  <a:gd name="connsiteY0" fmla="*/ 128759 h 1041478"/>
                  <a:gd name="connsiteX1" fmla="*/ 128759 w 2869137"/>
                  <a:gd name="connsiteY1" fmla="*/ 53789 h 1041478"/>
                  <a:gd name="connsiteX2" fmla="*/ 2695554 w 2869137"/>
                  <a:gd name="connsiteY2" fmla="*/ 0 h 1041478"/>
                  <a:gd name="connsiteX3" fmla="*/ 2869137 w 2869137"/>
                  <a:gd name="connsiteY3" fmla="*/ 173583 h 1041478"/>
                  <a:gd name="connsiteX4" fmla="*/ 2869137 w 2869137"/>
                  <a:gd name="connsiteY4" fmla="*/ 867895 h 1041478"/>
                  <a:gd name="connsiteX5" fmla="*/ 2695554 w 2869137"/>
                  <a:gd name="connsiteY5" fmla="*/ 1041478 h 1041478"/>
                  <a:gd name="connsiteX6" fmla="*/ 424595 w 2869137"/>
                  <a:gd name="connsiteY6" fmla="*/ 907007 h 1041478"/>
                  <a:gd name="connsiteX7" fmla="*/ 143434 w 2869137"/>
                  <a:gd name="connsiteY7" fmla="*/ 814107 h 1041478"/>
                  <a:gd name="connsiteX8" fmla="*/ 0 w 2869137"/>
                  <a:gd name="connsiteY8" fmla="*/ 128759 h 1041478"/>
                  <a:gd name="connsiteX0" fmla="*/ 0 w 2869137"/>
                  <a:gd name="connsiteY0" fmla="*/ 128759 h 1041478"/>
                  <a:gd name="connsiteX1" fmla="*/ 128759 w 2869137"/>
                  <a:gd name="connsiteY1" fmla="*/ 53789 h 1041478"/>
                  <a:gd name="connsiteX2" fmla="*/ 2695554 w 2869137"/>
                  <a:gd name="connsiteY2" fmla="*/ 0 h 1041478"/>
                  <a:gd name="connsiteX3" fmla="*/ 2869137 w 2869137"/>
                  <a:gd name="connsiteY3" fmla="*/ 173583 h 1041478"/>
                  <a:gd name="connsiteX4" fmla="*/ 2869137 w 2869137"/>
                  <a:gd name="connsiteY4" fmla="*/ 867895 h 1041478"/>
                  <a:gd name="connsiteX5" fmla="*/ 2695554 w 2869137"/>
                  <a:gd name="connsiteY5" fmla="*/ 1041478 h 1041478"/>
                  <a:gd name="connsiteX6" fmla="*/ 424595 w 2869137"/>
                  <a:gd name="connsiteY6" fmla="*/ 907007 h 1041478"/>
                  <a:gd name="connsiteX7" fmla="*/ 53787 w 2869137"/>
                  <a:gd name="connsiteY7" fmla="*/ 832036 h 1041478"/>
                  <a:gd name="connsiteX8" fmla="*/ 0 w 2869137"/>
                  <a:gd name="connsiteY8" fmla="*/ 128759 h 1041478"/>
                  <a:gd name="connsiteX0" fmla="*/ 0 w 2869137"/>
                  <a:gd name="connsiteY0" fmla="*/ 128759 h 1041478"/>
                  <a:gd name="connsiteX1" fmla="*/ 128759 w 2869137"/>
                  <a:gd name="connsiteY1" fmla="*/ 53789 h 1041478"/>
                  <a:gd name="connsiteX2" fmla="*/ 2695554 w 2869137"/>
                  <a:gd name="connsiteY2" fmla="*/ 0 h 1041478"/>
                  <a:gd name="connsiteX3" fmla="*/ 2869137 w 2869137"/>
                  <a:gd name="connsiteY3" fmla="*/ 173583 h 1041478"/>
                  <a:gd name="connsiteX4" fmla="*/ 2869137 w 2869137"/>
                  <a:gd name="connsiteY4" fmla="*/ 867895 h 1041478"/>
                  <a:gd name="connsiteX5" fmla="*/ 2695554 w 2869137"/>
                  <a:gd name="connsiteY5" fmla="*/ 1041478 h 1041478"/>
                  <a:gd name="connsiteX6" fmla="*/ 317019 w 2869137"/>
                  <a:gd name="connsiteY6" fmla="*/ 862184 h 1041478"/>
                  <a:gd name="connsiteX7" fmla="*/ 53787 w 2869137"/>
                  <a:gd name="connsiteY7" fmla="*/ 832036 h 1041478"/>
                  <a:gd name="connsiteX8" fmla="*/ 0 w 2869137"/>
                  <a:gd name="connsiteY8" fmla="*/ 128759 h 1041478"/>
                  <a:gd name="connsiteX0" fmla="*/ 0 w 2869137"/>
                  <a:gd name="connsiteY0" fmla="*/ 128759 h 900447"/>
                  <a:gd name="connsiteX1" fmla="*/ 128759 w 2869137"/>
                  <a:gd name="connsiteY1" fmla="*/ 53789 h 900447"/>
                  <a:gd name="connsiteX2" fmla="*/ 2695554 w 2869137"/>
                  <a:gd name="connsiteY2" fmla="*/ 0 h 900447"/>
                  <a:gd name="connsiteX3" fmla="*/ 2869137 w 2869137"/>
                  <a:gd name="connsiteY3" fmla="*/ 173583 h 900447"/>
                  <a:gd name="connsiteX4" fmla="*/ 2869137 w 2869137"/>
                  <a:gd name="connsiteY4" fmla="*/ 867895 h 900447"/>
                  <a:gd name="connsiteX5" fmla="*/ 2543154 w 2869137"/>
                  <a:gd name="connsiteY5" fmla="*/ 817361 h 900447"/>
                  <a:gd name="connsiteX6" fmla="*/ 317019 w 2869137"/>
                  <a:gd name="connsiteY6" fmla="*/ 862184 h 900447"/>
                  <a:gd name="connsiteX7" fmla="*/ 53787 w 2869137"/>
                  <a:gd name="connsiteY7" fmla="*/ 832036 h 900447"/>
                  <a:gd name="connsiteX8" fmla="*/ 0 w 2869137"/>
                  <a:gd name="connsiteY8" fmla="*/ 128759 h 900447"/>
                  <a:gd name="connsiteX0" fmla="*/ 0 w 2869137"/>
                  <a:gd name="connsiteY0" fmla="*/ 128759 h 884158"/>
                  <a:gd name="connsiteX1" fmla="*/ 128759 w 2869137"/>
                  <a:gd name="connsiteY1" fmla="*/ 53789 h 884158"/>
                  <a:gd name="connsiteX2" fmla="*/ 2695554 w 2869137"/>
                  <a:gd name="connsiteY2" fmla="*/ 0 h 884158"/>
                  <a:gd name="connsiteX3" fmla="*/ 2869137 w 2869137"/>
                  <a:gd name="connsiteY3" fmla="*/ 173583 h 884158"/>
                  <a:gd name="connsiteX4" fmla="*/ 2582267 w 2869137"/>
                  <a:gd name="connsiteY4" fmla="*/ 563095 h 884158"/>
                  <a:gd name="connsiteX5" fmla="*/ 2543154 w 2869137"/>
                  <a:gd name="connsiteY5" fmla="*/ 817361 h 884158"/>
                  <a:gd name="connsiteX6" fmla="*/ 317019 w 2869137"/>
                  <a:gd name="connsiteY6" fmla="*/ 862184 h 884158"/>
                  <a:gd name="connsiteX7" fmla="*/ 53787 w 2869137"/>
                  <a:gd name="connsiteY7" fmla="*/ 832036 h 884158"/>
                  <a:gd name="connsiteX8" fmla="*/ 0 w 2869137"/>
                  <a:gd name="connsiteY8" fmla="*/ 128759 h 884158"/>
                  <a:gd name="connsiteX0" fmla="*/ 0 w 2869137"/>
                  <a:gd name="connsiteY0" fmla="*/ 128759 h 884158"/>
                  <a:gd name="connsiteX1" fmla="*/ 128759 w 2869137"/>
                  <a:gd name="connsiteY1" fmla="*/ 53789 h 884158"/>
                  <a:gd name="connsiteX2" fmla="*/ 2695554 w 2869137"/>
                  <a:gd name="connsiteY2" fmla="*/ 0 h 884158"/>
                  <a:gd name="connsiteX3" fmla="*/ 2869137 w 2869137"/>
                  <a:gd name="connsiteY3" fmla="*/ 173583 h 884158"/>
                  <a:gd name="connsiteX4" fmla="*/ 2582267 w 2869137"/>
                  <a:gd name="connsiteY4" fmla="*/ 563095 h 884158"/>
                  <a:gd name="connsiteX5" fmla="*/ 2543154 w 2869137"/>
                  <a:gd name="connsiteY5" fmla="*/ 620137 h 884158"/>
                  <a:gd name="connsiteX6" fmla="*/ 317019 w 2869137"/>
                  <a:gd name="connsiteY6" fmla="*/ 862184 h 884158"/>
                  <a:gd name="connsiteX7" fmla="*/ 53787 w 2869137"/>
                  <a:gd name="connsiteY7" fmla="*/ 832036 h 884158"/>
                  <a:gd name="connsiteX8" fmla="*/ 0 w 2869137"/>
                  <a:gd name="connsiteY8" fmla="*/ 128759 h 884158"/>
                  <a:gd name="connsiteX0" fmla="*/ 0 w 2869137"/>
                  <a:gd name="connsiteY0" fmla="*/ 128759 h 902442"/>
                  <a:gd name="connsiteX1" fmla="*/ 128759 w 2869137"/>
                  <a:gd name="connsiteY1" fmla="*/ 53789 h 902442"/>
                  <a:gd name="connsiteX2" fmla="*/ 2695554 w 2869137"/>
                  <a:gd name="connsiteY2" fmla="*/ 0 h 902442"/>
                  <a:gd name="connsiteX3" fmla="*/ 2869137 w 2869137"/>
                  <a:gd name="connsiteY3" fmla="*/ 173583 h 902442"/>
                  <a:gd name="connsiteX4" fmla="*/ 2582267 w 2869137"/>
                  <a:gd name="connsiteY4" fmla="*/ 563095 h 902442"/>
                  <a:gd name="connsiteX5" fmla="*/ 2543154 w 2869137"/>
                  <a:gd name="connsiteY5" fmla="*/ 620137 h 902442"/>
                  <a:gd name="connsiteX6" fmla="*/ 290125 w 2869137"/>
                  <a:gd name="connsiteY6" fmla="*/ 898043 h 902442"/>
                  <a:gd name="connsiteX7" fmla="*/ 53787 w 2869137"/>
                  <a:gd name="connsiteY7" fmla="*/ 832036 h 902442"/>
                  <a:gd name="connsiteX8" fmla="*/ 0 w 2869137"/>
                  <a:gd name="connsiteY8" fmla="*/ 128759 h 902442"/>
                  <a:gd name="connsiteX0" fmla="*/ 0 w 2869137"/>
                  <a:gd name="connsiteY0" fmla="*/ 128759 h 902442"/>
                  <a:gd name="connsiteX1" fmla="*/ 128759 w 2869137"/>
                  <a:gd name="connsiteY1" fmla="*/ 53789 h 902442"/>
                  <a:gd name="connsiteX2" fmla="*/ 2695554 w 2869137"/>
                  <a:gd name="connsiteY2" fmla="*/ 0 h 902442"/>
                  <a:gd name="connsiteX3" fmla="*/ 2869137 w 2869137"/>
                  <a:gd name="connsiteY3" fmla="*/ 173583 h 902442"/>
                  <a:gd name="connsiteX4" fmla="*/ 2582267 w 2869137"/>
                  <a:gd name="connsiteY4" fmla="*/ 563095 h 902442"/>
                  <a:gd name="connsiteX5" fmla="*/ 2623836 w 2869137"/>
                  <a:gd name="connsiteY5" fmla="*/ 727713 h 902442"/>
                  <a:gd name="connsiteX6" fmla="*/ 290125 w 2869137"/>
                  <a:gd name="connsiteY6" fmla="*/ 898043 h 902442"/>
                  <a:gd name="connsiteX7" fmla="*/ 53787 w 2869137"/>
                  <a:gd name="connsiteY7" fmla="*/ 832036 h 902442"/>
                  <a:gd name="connsiteX8" fmla="*/ 0 w 2869137"/>
                  <a:gd name="connsiteY8" fmla="*/ 128759 h 902442"/>
                  <a:gd name="connsiteX0" fmla="*/ 0 w 2869137"/>
                  <a:gd name="connsiteY0" fmla="*/ 128759 h 902442"/>
                  <a:gd name="connsiteX1" fmla="*/ 128759 w 2869137"/>
                  <a:gd name="connsiteY1" fmla="*/ 53789 h 902442"/>
                  <a:gd name="connsiteX2" fmla="*/ 2695554 w 2869137"/>
                  <a:gd name="connsiteY2" fmla="*/ 0 h 902442"/>
                  <a:gd name="connsiteX3" fmla="*/ 2869137 w 2869137"/>
                  <a:gd name="connsiteY3" fmla="*/ 173583 h 902442"/>
                  <a:gd name="connsiteX4" fmla="*/ 2770526 w 2869137"/>
                  <a:gd name="connsiteY4" fmla="*/ 652742 h 902442"/>
                  <a:gd name="connsiteX5" fmla="*/ 2623836 w 2869137"/>
                  <a:gd name="connsiteY5" fmla="*/ 727713 h 902442"/>
                  <a:gd name="connsiteX6" fmla="*/ 290125 w 2869137"/>
                  <a:gd name="connsiteY6" fmla="*/ 898043 h 902442"/>
                  <a:gd name="connsiteX7" fmla="*/ 53787 w 2869137"/>
                  <a:gd name="connsiteY7" fmla="*/ 832036 h 902442"/>
                  <a:gd name="connsiteX8" fmla="*/ 0 w 2869137"/>
                  <a:gd name="connsiteY8" fmla="*/ 128759 h 902442"/>
                  <a:gd name="connsiteX0" fmla="*/ 0 w 2806384"/>
                  <a:gd name="connsiteY0" fmla="*/ 128759 h 902442"/>
                  <a:gd name="connsiteX1" fmla="*/ 128759 w 2806384"/>
                  <a:gd name="connsiteY1" fmla="*/ 53789 h 902442"/>
                  <a:gd name="connsiteX2" fmla="*/ 2695554 w 2806384"/>
                  <a:gd name="connsiteY2" fmla="*/ 0 h 902442"/>
                  <a:gd name="connsiteX3" fmla="*/ 2806384 w 2806384"/>
                  <a:gd name="connsiteY3" fmla="*/ 308054 h 902442"/>
                  <a:gd name="connsiteX4" fmla="*/ 2770526 w 2806384"/>
                  <a:gd name="connsiteY4" fmla="*/ 652742 h 902442"/>
                  <a:gd name="connsiteX5" fmla="*/ 2623836 w 2806384"/>
                  <a:gd name="connsiteY5" fmla="*/ 727713 h 902442"/>
                  <a:gd name="connsiteX6" fmla="*/ 290125 w 2806384"/>
                  <a:gd name="connsiteY6" fmla="*/ 898043 h 902442"/>
                  <a:gd name="connsiteX7" fmla="*/ 53787 w 2806384"/>
                  <a:gd name="connsiteY7" fmla="*/ 832036 h 902442"/>
                  <a:gd name="connsiteX8" fmla="*/ 0 w 2806384"/>
                  <a:gd name="connsiteY8" fmla="*/ 128759 h 902442"/>
                  <a:gd name="connsiteX0" fmla="*/ 0 w 2806384"/>
                  <a:gd name="connsiteY0" fmla="*/ 76897 h 850580"/>
                  <a:gd name="connsiteX1" fmla="*/ 128759 w 2806384"/>
                  <a:gd name="connsiteY1" fmla="*/ 1927 h 850580"/>
                  <a:gd name="connsiteX2" fmla="*/ 2614871 w 2806384"/>
                  <a:gd name="connsiteY2" fmla="*/ 199150 h 850580"/>
                  <a:gd name="connsiteX3" fmla="*/ 2806384 w 2806384"/>
                  <a:gd name="connsiteY3" fmla="*/ 256192 h 850580"/>
                  <a:gd name="connsiteX4" fmla="*/ 2770526 w 2806384"/>
                  <a:gd name="connsiteY4" fmla="*/ 600880 h 850580"/>
                  <a:gd name="connsiteX5" fmla="*/ 2623836 w 2806384"/>
                  <a:gd name="connsiteY5" fmla="*/ 675851 h 850580"/>
                  <a:gd name="connsiteX6" fmla="*/ 290125 w 2806384"/>
                  <a:gd name="connsiteY6" fmla="*/ 846181 h 850580"/>
                  <a:gd name="connsiteX7" fmla="*/ 53787 w 2806384"/>
                  <a:gd name="connsiteY7" fmla="*/ 780174 h 850580"/>
                  <a:gd name="connsiteX8" fmla="*/ 0 w 2806384"/>
                  <a:gd name="connsiteY8" fmla="*/ 76897 h 850580"/>
                  <a:gd name="connsiteX0" fmla="*/ 0 w 2860172"/>
                  <a:gd name="connsiteY0" fmla="*/ 76897 h 850580"/>
                  <a:gd name="connsiteX1" fmla="*/ 128759 w 2860172"/>
                  <a:gd name="connsiteY1" fmla="*/ 1927 h 850580"/>
                  <a:gd name="connsiteX2" fmla="*/ 2614871 w 2860172"/>
                  <a:gd name="connsiteY2" fmla="*/ 199150 h 850580"/>
                  <a:gd name="connsiteX3" fmla="*/ 2860172 w 2860172"/>
                  <a:gd name="connsiteY3" fmla="*/ 247227 h 850580"/>
                  <a:gd name="connsiteX4" fmla="*/ 2770526 w 2860172"/>
                  <a:gd name="connsiteY4" fmla="*/ 600880 h 850580"/>
                  <a:gd name="connsiteX5" fmla="*/ 2623836 w 2860172"/>
                  <a:gd name="connsiteY5" fmla="*/ 675851 h 850580"/>
                  <a:gd name="connsiteX6" fmla="*/ 290125 w 2860172"/>
                  <a:gd name="connsiteY6" fmla="*/ 846181 h 850580"/>
                  <a:gd name="connsiteX7" fmla="*/ 53787 w 2860172"/>
                  <a:gd name="connsiteY7" fmla="*/ 780174 h 850580"/>
                  <a:gd name="connsiteX8" fmla="*/ 0 w 2860172"/>
                  <a:gd name="connsiteY8" fmla="*/ 76897 h 850580"/>
                  <a:gd name="connsiteX0" fmla="*/ 0 w 2860172"/>
                  <a:gd name="connsiteY0" fmla="*/ 76897 h 850580"/>
                  <a:gd name="connsiteX1" fmla="*/ 128759 w 2860172"/>
                  <a:gd name="connsiteY1" fmla="*/ 1927 h 850580"/>
                  <a:gd name="connsiteX2" fmla="*/ 2605907 w 2860172"/>
                  <a:gd name="connsiteY2" fmla="*/ 127432 h 850580"/>
                  <a:gd name="connsiteX3" fmla="*/ 2860172 w 2860172"/>
                  <a:gd name="connsiteY3" fmla="*/ 247227 h 850580"/>
                  <a:gd name="connsiteX4" fmla="*/ 2770526 w 2860172"/>
                  <a:gd name="connsiteY4" fmla="*/ 600880 h 850580"/>
                  <a:gd name="connsiteX5" fmla="*/ 2623836 w 2860172"/>
                  <a:gd name="connsiteY5" fmla="*/ 675851 h 850580"/>
                  <a:gd name="connsiteX6" fmla="*/ 290125 w 2860172"/>
                  <a:gd name="connsiteY6" fmla="*/ 846181 h 850580"/>
                  <a:gd name="connsiteX7" fmla="*/ 53787 w 2860172"/>
                  <a:gd name="connsiteY7" fmla="*/ 780174 h 850580"/>
                  <a:gd name="connsiteX8" fmla="*/ 0 w 2860172"/>
                  <a:gd name="connsiteY8" fmla="*/ 76897 h 850580"/>
                  <a:gd name="connsiteX0" fmla="*/ 0 w 2860172"/>
                  <a:gd name="connsiteY0" fmla="*/ 76897 h 850580"/>
                  <a:gd name="connsiteX1" fmla="*/ 128759 w 2860172"/>
                  <a:gd name="connsiteY1" fmla="*/ 1927 h 850580"/>
                  <a:gd name="connsiteX2" fmla="*/ 2605907 w 2860172"/>
                  <a:gd name="connsiteY2" fmla="*/ 127432 h 850580"/>
                  <a:gd name="connsiteX3" fmla="*/ 2860172 w 2860172"/>
                  <a:gd name="connsiteY3" fmla="*/ 247227 h 850580"/>
                  <a:gd name="connsiteX4" fmla="*/ 2770526 w 2860172"/>
                  <a:gd name="connsiteY4" fmla="*/ 600880 h 850580"/>
                  <a:gd name="connsiteX5" fmla="*/ 2623836 w 2860172"/>
                  <a:gd name="connsiteY5" fmla="*/ 675851 h 850580"/>
                  <a:gd name="connsiteX6" fmla="*/ 290125 w 2860172"/>
                  <a:gd name="connsiteY6" fmla="*/ 846181 h 850580"/>
                  <a:gd name="connsiteX7" fmla="*/ 53787 w 2860172"/>
                  <a:gd name="connsiteY7" fmla="*/ 780174 h 850580"/>
                  <a:gd name="connsiteX8" fmla="*/ 0 w 2860172"/>
                  <a:gd name="connsiteY8" fmla="*/ 76897 h 850580"/>
                  <a:gd name="connsiteX0" fmla="*/ 0 w 2860172"/>
                  <a:gd name="connsiteY0" fmla="*/ 84409 h 858092"/>
                  <a:gd name="connsiteX1" fmla="*/ 128759 w 2860172"/>
                  <a:gd name="connsiteY1" fmla="*/ 474 h 858092"/>
                  <a:gd name="connsiteX2" fmla="*/ 2605907 w 2860172"/>
                  <a:gd name="connsiteY2" fmla="*/ 134944 h 858092"/>
                  <a:gd name="connsiteX3" fmla="*/ 2860172 w 2860172"/>
                  <a:gd name="connsiteY3" fmla="*/ 254739 h 858092"/>
                  <a:gd name="connsiteX4" fmla="*/ 2770526 w 2860172"/>
                  <a:gd name="connsiteY4" fmla="*/ 608392 h 858092"/>
                  <a:gd name="connsiteX5" fmla="*/ 2623836 w 2860172"/>
                  <a:gd name="connsiteY5" fmla="*/ 683363 h 858092"/>
                  <a:gd name="connsiteX6" fmla="*/ 290125 w 2860172"/>
                  <a:gd name="connsiteY6" fmla="*/ 853693 h 858092"/>
                  <a:gd name="connsiteX7" fmla="*/ 53787 w 2860172"/>
                  <a:gd name="connsiteY7" fmla="*/ 787686 h 858092"/>
                  <a:gd name="connsiteX8" fmla="*/ 0 w 2860172"/>
                  <a:gd name="connsiteY8" fmla="*/ 84409 h 858092"/>
                  <a:gd name="connsiteX0" fmla="*/ 0 w 2860172"/>
                  <a:gd name="connsiteY0" fmla="*/ 84409 h 858092"/>
                  <a:gd name="connsiteX1" fmla="*/ 128759 w 2860172"/>
                  <a:gd name="connsiteY1" fmla="*/ 474 h 858092"/>
                  <a:gd name="connsiteX2" fmla="*/ 2605907 w 2860172"/>
                  <a:gd name="connsiteY2" fmla="*/ 134944 h 858092"/>
                  <a:gd name="connsiteX3" fmla="*/ 2860172 w 2860172"/>
                  <a:gd name="connsiteY3" fmla="*/ 254739 h 858092"/>
                  <a:gd name="connsiteX4" fmla="*/ 2770526 w 2860172"/>
                  <a:gd name="connsiteY4" fmla="*/ 608392 h 858092"/>
                  <a:gd name="connsiteX5" fmla="*/ 2623836 w 2860172"/>
                  <a:gd name="connsiteY5" fmla="*/ 683363 h 858092"/>
                  <a:gd name="connsiteX6" fmla="*/ 290125 w 2860172"/>
                  <a:gd name="connsiteY6" fmla="*/ 853693 h 858092"/>
                  <a:gd name="connsiteX7" fmla="*/ 53787 w 2860172"/>
                  <a:gd name="connsiteY7" fmla="*/ 787686 h 858092"/>
                  <a:gd name="connsiteX8" fmla="*/ 0 w 2860172"/>
                  <a:gd name="connsiteY8" fmla="*/ 84409 h 858092"/>
                  <a:gd name="connsiteX0" fmla="*/ 0 w 2860172"/>
                  <a:gd name="connsiteY0" fmla="*/ 84409 h 858092"/>
                  <a:gd name="connsiteX1" fmla="*/ 128759 w 2860172"/>
                  <a:gd name="connsiteY1" fmla="*/ 474 h 858092"/>
                  <a:gd name="connsiteX2" fmla="*/ 2605907 w 2860172"/>
                  <a:gd name="connsiteY2" fmla="*/ 134944 h 858092"/>
                  <a:gd name="connsiteX3" fmla="*/ 2860172 w 2860172"/>
                  <a:gd name="connsiteY3" fmla="*/ 254739 h 858092"/>
                  <a:gd name="connsiteX4" fmla="*/ 2770526 w 2860172"/>
                  <a:gd name="connsiteY4" fmla="*/ 608392 h 858092"/>
                  <a:gd name="connsiteX5" fmla="*/ 2561083 w 2860172"/>
                  <a:gd name="connsiteY5" fmla="*/ 692327 h 858092"/>
                  <a:gd name="connsiteX6" fmla="*/ 290125 w 2860172"/>
                  <a:gd name="connsiteY6" fmla="*/ 853693 h 858092"/>
                  <a:gd name="connsiteX7" fmla="*/ 53787 w 2860172"/>
                  <a:gd name="connsiteY7" fmla="*/ 787686 h 858092"/>
                  <a:gd name="connsiteX8" fmla="*/ 0 w 2860172"/>
                  <a:gd name="connsiteY8" fmla="*/ 84409 h 858092"/>
                  <a:gd name="connsiteX0" fmla="*/ 0 w 2878101"/>
                  <a:gd name="connsiteY0" fmla="*/ 92911 h 857629"/>
                  <a:gd name="connsiteX1" fmla="*/ 146688 w 2878101"/>
                  <a:gd name="connsiteY1" fmla="*/ 11 h 857629"/>
                  <a:gd name="connsiteX2" fmla="*/ 2623836 w 2878101"/>
                  <a:gd name="connsiteY2" fmla="*/ 134481 h 857629"/>
                  <a:gd name="connsiteX3" fmla="*/ 2878101 w 2878101"/>
                  <a:gd name="connsiteY3" fmla="*/ 254276 h 857629"/>
                  <a:gd name="connsiteX4" fmla="*/ 2788455 w 2878101"/>
                  <a:gd name="connsiteY4" fmla="*/ 607929 h 857629"/>
                  <a:gd name="connsiteX5" fmla="*/ 2579012 w 2878101"/>
                  <a:gd name="connsiteY5" fmla="*/ 691864 h 857629"/>
                  <a:gd name="connsiteX6" fmla="*/ 308054 w 2878101"/>
                  <a:gd name="connsiteY6" fmla="*/ 853230 h 857629"/>
                  <a:gd name="connsiteX7" fmla="*/ 71716 w 2878101"/>
                  <a:gd name="connsiteY7" fmla="*/ 787223 h 857629"/>
                  <a:gd name="connsiteX8" fmla="*/ 0 w 2878101"/>
                  <a:gd name="connsiteY8" fmla="*/ 92911 h 857629"/>
                  <a:gd name="connsiteX0" fmla="*/ 0 w 2878101"/>
                  <a:gd name="connsiteY0" fmla="*/ 101865 h 866583"/>
                  <a:gd name="connsiteX1" fmla="*/ 137723 w 2878101"/>
                  <a:gd name="connsiteY1" fmla="*/ 0 h 866583"/>
                  <a:gd name="connsiteX2" fmla="*/ 2623836 w 2878101"/>
                  <a:gd name="connsiteY2" fmla="*/ 143435 h 866583"/>
                  <a:gd name="connsiteX3" fmla="*/ 2878101 w 2878101"/>
                  <a:gd name="connsiteY3" fmla="*/ 263230 h 866583"/>
                  <a:gd name="connsiteX4" fmla="*/ 2788455 w 2878101"/>
                  <a:gd name="connsiteY4" fmla="*/ 616883 h 866583"/>
                  <a:gd name="connsiteX5" fmla="*/ 2579012 w 2878101"/>
                  <a:gd name="connsiteY5" fmla="*/ 700818 h 866583"/>
                  <a:gd name="connsiteX6" fmla="*/ 308054 w 2878101"/>
                  <a:gd name="connsiteY6" fmla="*/ 862184 h 866583"/>
                  <a:gd name="connsiteX7" fmla="*/ 71716 w 2878101"/>
                  <a:gd name="connsiteY7" fmla="*/ 796177 h 866583"/>
                  <a:gd name="connsiteX8" fmla="*/ 0 w 2878101"/>
                  <a:gd name="connsiteY8" fmla="*/ 101865 h 866583"/>
                  <a:gd name="connsiteX0" fmla="*/ 0 w 2878101"/>
                  <a:gd name="connsiteY0" fmla="*/ 101865 h 866583"/>
                  <a:gd name="connsiteX1" fmla="*/ 137723 w 2878101"/>
                  <a:gd name="connsiteY1" fmla="*/ 0 h 866583"/>
                  <a:gd name="connsiteX2" fmla="*/ 2623836 w 2878101"/>
                  <a:gd name="connsiteY2" fmla="*/ 143435 h 866583"/>
                  <a:gd name="connsiteX3" fmla="*/ 2878101 w 2878101"/>
                  <a:gd name="connsiteY3" fmla="*/ 263230 h 866583"/>
                  <a:gd name="connsiteX4" fmla="*/ 2788455 w 2878101"/>
                  <a:gd name="connsiteY4" fmla="*/ 616883 h 866583"/>
                  <a:gd name="connsiteX5" fmla="*/ 2579012 w 2878101"/>
                  <a:gd name="connsiteY5" fmla="*/ 700818 h 866583"/>
                  <a:gd name="connsiteX6" fmla="*/ 308054 w 2878101"/>
                  <a:gd name="connsiteY6" fmla="*/ 862184 h 866583"/>
                  <a:gd name="connsiteX7" fmla="*/ 71716 w 2878101"/>
                  <a:gd name="connsiteY7" fmla="*/ 796177 h 866583"/>
                  <a:gd name="connsiteX8" fmla="*/ 0 w 2878101"/>
                  <a:gd name="connsiteY8" fmla="*/ 101865 h 866583"/>
                  <a:gd name="connsiteX0" fmla="*/ 0 w 2878101"/>
                  <a:gd name="connsiteY0" fmla="*/ 101865 h 866583"/>
                  <a:gd name="connsiteX1" fmla="*/ 137723 w 2878101"/>
                  <a:gd name="connsiteY1" fmla="*/ 0 h 866583"/>
                  <a:gd name="connsiteX2" fmla="*/ 2623836 w 2878101"/>
                  <a:gd name="connsiteY2" fmla="*/ 143435 h 866583"/>
                  <a:gd name="connsiteX3" fmla="*/ 2878101 w 2878101"/>
                  <a:gd name="connsiteY3" fmla="*/ 263230 h 866583"/>
                  <a:gd name="connsiteX4" fmla="*/ 2788455 w 2878101"/>
                  <a:gd name="connsiteY4" fmla="*/ 589989 h 866583"/>
                  <a:gd name="connsiteX5" fmla="*/ 2579012 w 2878101"/>
                  <a:gd name="connsiteY5" fmla="*/ 700818 h 866583"/>
                  <a:gd name="connsiteX6" fmla="*/ 308054 w 2878101"/>
                  <a:gd name="connsiteY6" fmla="*/ 862184 h 866583"/>
                  <a:gd name="connsiteX7" fmla="*/ 71716 w 2878101"/>
                  <a:gd name="connsiteY7" fmla="*/ 796177 h 866583"/>
                  <a:gd name="connsiteX8" fmla="*/ 0 w 2878101"/>
                  <a:gd name="connsiteY8" fmla="*/ 101865 h 866583"/>
                  <a:gd name="connsiteX0" fmla="*/ 0 w 2878101"/>
                  <a:gd name="connsiteY0" fmla="*/ 101865 h 866583"/>
                  <a:gd name="connsiteX1" fmla="*/ 137723 w 2878101"/>
                  <a:gd name="connsiteY1" fmla="*/ 0 h 866583"/>
                  <a:gd name="connsiteX2" fmla="*/ 2623836 w 2878101"/>
                  <a:gd name="connsiteY2" fmla="*/ 143435 h 866583"/>
                  <a:gd name="connsiteX3" fmla="*/ 2878101 w 2878101"/>
                  <a:gd name="connsiteY3" fmla="*/ 263230 h 866583"/>
                  <a:gd name="connsiteX4" fmla="*/ 2788455 w 2878101"/>
                  <a:gd name="connsiteY4" fmla="*/ 589989 h 866583"/>
                  <a:gd name="connsiteX5" fmla="*/ 2579012 w 2878101"/>
                  <a:gd name="connsiteY5" fmla="*/ 700818 h 866583"/>
                  <a:gd name="connsiteX6" fmla="*/ 308054 w 2878101"/>
                  <a:gd name="connsiteY6" fmla="*/ 862184 h 866583"/>
                  <a:gd name="connsiteX7" fmla="*/ 71716 w 2878101"/>
                  <a:gd name="connsiteY7" fmla="*/ 796177 h 866583"/>
                  <a:gd name="connsiteX8" fmla="*/ 0 w 2878101"/>
                  <a:gd name="connsiteY8" fmla="*/ 101865 h 866583"/>
                  <a:gd name="connsiteX0" fmla="*/ 0 w 2878101"/>
                  <a:gd name="connsiteY0" fmla="*/ 101865 h 866583"/>
                  <a:gd name="connsiteX1" fmla="*/ 137723 w 2878101"/>
                  <a:gd name="connsiteY1" fmla="*/ 0 h 866583"/>
                  <a:gd name="connsiteX2" fmla="*/ 2623836 w 2878101"/>
                  <a:gd name="connsiteY2" fmla="*/ 143435 h 866583"/>
                  <a:gd name="connsiteX3" fmla="*/ 2878101 w 2878101"/>
                  <a:gd name="connsiteY3" fmla="*/ 263230 h 866583"/>
                  <a:gd name="connsiteX4" fmla="*/ 2788455 w 2878101"/>
                  <a:gd name="connsiteY4" fmla="*/ 589989 h 866583"/>
                  <a:gd name="connsiteX5" fmla="*/ 2579012 w 2878101"/>
                  <a:gd name="connsiteY5" fmla="*/ 700818 h 866583"/>
                  <a:gd name="connsiteX6" fmla="*/ 308054 w 2878101"/>
                  <a:gd name="connsiteY6" fmla="*/ 862184 h 866583"/>
                  <a:gd name="connsiteX7" fmla="*/ 71716 w 2878101"/>
                  <a:gd name="connsiteY7" fmla="*/ 796177 h 866583"/>
                  <a:gd name="connsiteX8" fmla="*/ 0 w 2878101"/>
                  <a:gd name="connsiteY8" fmla="*/ 101865 h 866583"/>
                  <a:gd name="connsiteX0" fmla="*/ 0 w 2878101"/>
                  <a:gd name="connsiteY0" fmla="*/ 101865 h 866583"/>
                  <a:gd name="connsiteX1" fmla="*/ 137723 w 2878101"/>
                  <a:gd name="connsiteY1" fmla="*/ 0 h 866583"/>
                  <a:gd name="connsiteX2" fmla="*/ 2623836 w 2878101"/>
                  <a:gd name="connsiteY2" fmla="*/ 143435 h 866583"/>
                  <a:gd name="connsiteX3" fmla="*/ 2878101 w 2878101"/>
                  <a:gd name="connsiteY3" fmla="*/ 263230 h 866583"/>
                  <a:gd name="connsiteX4" fmla="*/ 2788455 w 2878101"/>
                  <a:gd name="connsiteY4" fmla="*/ 589989 h 866583"/>
                  <a:gd name="connsiteX5" fmla="*/ 2579012 w 2878101"/>
                  <a:gd name="connsiteY5" fmla="*/ 700818 h 866583"/>
                  <a:gd name="connsiteX6" fmla="*/ 308054 w 2878101"/>
                  <a:gd name="connsiteY6" fmla="*/ 862184 h 866583"/>
                  <a:gd name="connsiteX7" fmla="*/ 71716 w 2878101"/>
                  <a:gd name="connsiteY7" fmla="*/ 796177 h 866583"/>
                  <a:gd name="connsiteX8" fmla="*/ 0 w 2878101"/>
                  <a:gd name="connsiteY8" fmla="*/ 101865 h 866583"/>
                  <a:gd name="connsiteX0" fmla="*/ 0 w 2878101"/>
                  <a:gd name="connsiteY0" fmla="*/ 119795 h 884513"/>
                  <a:gd name="connsiteX1" fmla="*/ 200476 w 2878101"/>
                  <a:gd name="connsiteY1" fmla="*/ 0 h 884513"/>
                  <a:gd name="connsiteX2" fmla="*/ 2623836 w 2878101"/>
                  <a:gd name="connsiteY2" fmla="*/ 161365 h 884513"/>
                  <a:gd name="connsiteX3" fmla="*/ 2878101 w 2878101"/>
                  <a:gd name="connsiteY3" fmla="*/ 281160 h 884513"/>
                  <a:gd name="connsiteX4" fmla="*/ 2788455 w 2878101"/>
                  <a:gd name="connsiteY4" fmla="*/ 607919 h 884513"/>
                  <a:gd name="connsiteX5" fmla="*/ 2579012 w 2878101"/>
                  <a:gd name="connsiteY5" fmla="*/ 718748 h 884513"/>
                  <a:gd name="connsiteX6" fmla="*/ 308054 w 2878101"/>
                  <a:gd name="connsiteY6" fmla="*/ 880114 h 884513"/>
                  <a:gd name="connsiteX7" fmla="*/ 71716 w 2878101"/>
                  <a:gd name="connsiteY7" fmla="*/ 814107 h 884513"/>
                  <a:gd name="connsiteX8" fmla="*/ 0 w 2878101"/>
                  <a:gd name="connsiteY8" fmla="*/ 119795 h 884513"/>
                  <a:gd name="connsiteX0" fmla="*/ 0 w 2878101"/>
                  <a:gd name="connsiteY0" fmla="*/ 92911 h 884523"/>
                  <a:gd name="connsiteX1" fmla="*/ 200476 w 2878101"/>
                  <a:gd name="connsiteY1" fmla="*/ 10 h 884523"/>
                  <a:gd name="connsiteX2" fmla="*/ 2623836 w 2878101"/>
                  <a:gd name="connsiteY2" fmla="*/ 161375 h 884523"/>
                  <a:gd name="connsiteX3" fmla="*/ 2878101 w 2878101"/>
                  <a:gd name="connsiteY3" fmla="*/ 281170 h 884523"/>
                  <a:gd name="connsiteX4" fmla="*/ 2788455 w 2878101"/>
                  <a:gd name="connsiteY4" fmla="*/ 607929 h 884523"/>
                  <a:gd name="connsiteX5" fmla="*/ 2579012 w 2878101"/>
                  <a:gd name="connsiteY5" fmla="*/ 718758 h 884523"/>
                  <a:gd name="connsiteX6" fmla="*/ 308054 w 2878101"/>
                  <a:gd name="connsiteY6" fmla="*/ 880124 h 884523"/>
                  <a:gd name="connsiteX7" fmla="*/ 71716 w 2878101"/>
                  <a:gd name="connsiteY7" fmla="*/ 814117 h 884523"/>
                  <a:gd name="connsiteX8" fmla="*/ 0 w 2878101"/>
                  <a:gd name="connsiteY8" fmla="*/ 92911 h 88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78101" h="884523">
                    <a:moveTo>
                      <a:pt x="0" y="92911"/>
                    </a:moveTo>
                    <a:cubicBezTo>
                      <a:pt x="0" y="-2956"/>
                      <a:pt x="104609" y="10"/>
                      <a:pt x="200476" y="10"/>
                    </a:cubicBezTo>
                    <a:cubicBezTo>
                      <a:pt x="1047109" y="53799"/>
                      <a:pt x="1535156" y="116552"/>
                      <a:pt x="2623836" y="161375"/>
                    </a:cubicBezTo>
                    <a:cubicBezTo>
                      <a:pt x="2719703" y="161375"/>
                      <a:pt x="2878101" y="185303"/>
                      <a:pt x="2878101" y="281170"/>
                    </a:cubicBezTo>
                    <a:lnTo>
                      <a:pt x="2788455" y="607929"/>
                    </a:lnTo>
                    <a:cubicBezTo>
                      <a:pt x="2788455" y="703796"/>
                      <a:pt x="2674879" y="718758"/>
                      <a:pt x="2579012" y="718758"/>
                    </a:cubicBezTo>
                    <a:lnTo>
                      <a:pt x="308054" y="880124"/>
                    </a:lnTo>
                    <a:cubicBezTo>
                      <a:pt x="212187" y="880124"/>
                      <a:pt x="71716" y="909984"/>
                      <a:pt x="71716" y="814117"/>
                    </a:cubicBezTo>
                    <a:lnTo>
                      <a:pt x="0" y="929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A58B6FD-A73B-73A9-1DEC-C1A5FBA896AE}"/>
                </a:ext>
              </a:extLst>
            </p:cNvPr>
            <p:cNvSpPr/>
            <p:nvPr/>
          </p:nvSpPr>
          <p:spPr>
            <a:xfrm>
              <a:off x="5426314" y="2312906"/>
              <a:ext cx="25798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rPr>
                <a:t>What we need ?</a:t>
              </a:r>
              <a:endPara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8" name="لوگو سوال">
            <a:extLst>
              <a:ext uri="{FF2B5EF4-FFF2-40B4-BE49-F238E27FC236}">
                <a16:creationId xmlns:a16="http://schemas.microsoft.com/office/drawing/2014/main" id="{698139A3-401C-1350-2268-28BBF51E4C26}"/>
              </a:ext>
            </a:extLst>
          </p:cNvPr>
          <p:cNvGrpSpPr/>
          <p:nvPr/>
        </p:nvGrpSpPr>
        <p:grpSpPr>
          <a:xfrm>
            <a:off x="10304920" y="4155611"/>
            <a:ext cx="1383014" cy="2029312"/>
            <a:chOff x="3988257" y="3300579"/>
            <a:chExt cx="275394" cy="411121"/>
          </a:xfrm>
          <a:solidFill>
            <a:srgbClr val="02A5A9"/>
          </a:solidFill>
        </p:grpSpPr>
        <p:sp>
          <p:nvSpPr>
            <p:cNvPr id="19" name="Google Shape;12155;p69">
              <a:extLst>
                <a:ext uri="{FF2B5EF4-FFF2-40B4-BE49-F238E27FC236}">
                  <a16:creationId xmlns:a16="http://schemas.microsoft.com/office/drawing/2014/main" id="{146BBEE9-2ADC-338B-0E47-1875C62AC306}"/>
                </a:ext>
              </a:extLst>
            </p:cNvPr>
            <p:cNvSpPr/>
            <p:nvPr/>
          </p:nvSpPr>
          <p:spPr>
            <a:xfrm>
              <a:off x="4093585" y="3484237"/>
              <a:ext cx="21891" cy="37002"/>
            </a:xfrm>
            <a:custGeom>
              <a:avLst/>
              <a:gdLst/>
              <a:ahLst/>
              <a:cxnLst/>
              <a:rect l="l" t="t" r="r" b="b"/>
              <a:pathLst>
                <a:path w="691" h="1168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00"/>
                  </a:lnTo>
                  <a:cubicBezTo>
                    <a:pt x="0" y="1084"/>
                    <a:pt x="72" y="1167"/>
                    <a:pt x="155" y="1167"/>
                  </a:cubicBezTo>
                  <a:lnTo>
                    <a:pt x="536" y="1167"/>
                  </a:lnTo>
                  <a:cubicBezTo>
                    <a:pt x="619" y="1167"/>
                    <a:pt x="691" y="1084"/>
                    <a:pt x="691" y="1000"/>
                  </a:cubicBezTo>
                  <a:cubicBezTo>
                    <a:pt x="691" y="893"/>
                    <a:pt x="619" y="822"/>
                    <a:pt x="512" y="822"/>
                  </a:cubicBezTo>
                  <a:lnTo>
                    <a:pt x="322" y="822"/>
                  </a:lnTo>
                  <a:lnTo>
                    <a:pt x="322" y="167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Google Shape;12156;p69">
              <a:extLst>
                <a:ext uri="{FF2B5EF4-FFF2-40B4-BE49-F238E27FC236}">
                  <a16:creationId xmlns:a16="http://schemas.microsoft.com/office/drawing/2014/main" id="{19B60203-AB9C-8F3C-2E54-01E2B8B728E3}"/>
                </a:ext>
              </a:extLst>
            </p:cNvPr>
            <p:cNvSpPr/>
            <p:nvPr/>
          </p:nvSpPr>
          <p:spPr>
            <a:xfrm>
              <a:off x="3988257" y="3408047"/>
              <a:ext cx="275394" cy="303653"/>
            </a:xfrm>
            <a:custGeom>
              <a:avLst/>
              <a:gdLst/>
              <a:ahLst/>
              <a:cxnLst/>
              <a:rect l="l" t="t" r="r" b="b"/>
              <a:pathLst>
                <a:path w="8693" h="9585" extrusionOk="0">
                  <a:moveTo>
                    <a:pt x="3549" y="417"/>
                  </a:moveTo>
                  <a:lnTo>
                    <a:pt x="3549" y="417"/>
                  </a:lnTo>
                  <a:cubicBezTo>
                    <a:pt x="3346" y="1024"/>
                    <a:pt x="3001" y="1322"/>
                    <a:pt x="2775" y="1465"/>
                  </a:cubicBezTo>
                  <a:cubicBezTo>
                    <a:pt x="2799" y="976"/>
                    <a:pt x="3120" y="572"/>
                    <a:pt x="3549" y="417"/>
                  </a:cubicBezTo>
                  <a:close/>
                  <a:moveTo>
                    <a:pt x="4727" y="334"/>
                  </a:moveTo>
                  <a:cubicBezTo>
                    <a:pt x="5382" y="334"/>
                    <a:pt x="5906" y="869"/>
                    <a:pt x="5906" y="1524"/>
                  </a:cubicBezTo>
                  <a:lnTo>
                    <a:pt x="5906" y="2262"/>
                  </a:lnTo>
                  <a:cubicBezTo>
                    <a:pt x="4501" y="2155"/>
                    <a:pt x="4108" y="846"/>
                    <a:pt x="4001" y="334"/>
                  </a:cubicBezTo>
                  <a:close/>
                  <a:moveTo>
                    <a:pt x="2441" y="2643"/>
                  </a:moveTo>
                  <a:lnTo>
                    <a:pt x="2441" y="2893"/>
                  </a:lnTo>
                  <a:cubicBezTo>
                    <a:pt x="2441" y="3036"/>
                    <a:pt x="2453" y="3179"/>
                    <a:pt x="2477" y="3310"/>
                  </a:cubicBezTo>
                  <a:cubicBezTo>
                    <a:pt x="2334" y="3251"/>
                    <a:pt x="2239" y="3120"/>
                    <a:pt x="2239" y="2977"/>
                  </a:cubicBezTo>
                  <a:cubicBezTo>
                    <a:pt x="2239" y="2822"/>
                    <a:pt x="2322" y="2703"/>
                    <a:pt x="2441" y="2643"/>
                  </a:cubicBezTo>
                  <a:close/>
                  <a:moveTo>
                    <a:pt x="6251" y="2655"/>
                  </a:moveTo>
                  <a:cubicBezTo>
                    <a:pt x="6359" y="2715"/>
                    <a:pt x="6442" y="2834"/>
                    <a:pt x="6442" y="2989"/>
                  </a:cubicBezTo>
                  <a:cubicBezTo>
                    <a:pt x="6442" y="3155"/>
                    <a:pt x="6335" y="3286"/>
                    <a:pt x="6204" y="3334"/>
                  </a:cubicBezTo>
                  <a:cubicBezTo>
                    <a:pt x="6228" y="3179"/>
                    <a:pt x="6251" y="3048"/>
                    <a:pt x="6251" y="2917"/>
                  </a:cubicBezTo>
                  <a:lnTo>
                    <a:pt x="6251" y="2655"/>
                  </a:lnTo>
                  <a:close/>
                  <a:moveTo>
                    <a:pt x="3775" y="786"/>
                  </a:moveTo>
                  <a:cubicBezTo>
                    <a:pt x="3846" y="1012"/>
                    <a:pt x="3953" y="1274"/>
                    <a:pt x="4120" y="1524"/>
                  </a:cubicBezTo>
                  <a:cubicBezTo>
                    <a:pt x="4537" y="2167"/>
                    <a:pt x="5144" y="2536"/>
                    <a:pt x="5906" y="2584"/>
                  </a:cubicBezTo>
                  <a:lnTo>
                    <a:pt x="5906" y="2893"/>
                  </a:lnTo>
                  <a:cubicBezTo>
                    <a:pt x="5906" y="3548"/>
                    <a:pt x="5549" y="4179"/>
                    <a:pt x="4977" y="4501"/>
                  </a:cubicBezTo>
                  <a:lnTo>
                    <a:pt x="4727" y="4656"/>
                  </a:lnTo>
                  <a:cubicBezTo>
                    <a:pt x="4608" y="4721"/>
                    <a:pt x="4474" y="4754"/>
                    <a:pt x="4340" y="4754"/>
                  </a:cubicBezTo>
                  <a:cubicBezTo>
                    <a:pt x="4206" y="4754"/>
                    <a:pt x="4073" y="4721"/>
                    <a:pt x="3953" y="4656"/>
                  </a:cubicBezTo>
                  <a:lnTo>
                    <a:pt x="3703" y="4501"/>
                  </a:lnTo>
                  <a:cubicBezTo>
                    <a:pt x="3120" y="4179"/>
                    <a:pt x="2775" y="3572"/>
                    <a:pt x="2775" y="2893"/>
                  </a:cubicBezTo>
                  <a:lnTo>
                    <a:pt x="2775" y="2417"/>
                  </a:lnTo>
                  <a:lnTo>
                    <a:pt x="2775" y="1858"/>
                  </a:lnTo>
                  <a:cubicBezTo>
                    <a:pt x="3001" y="1750"/>
                    <a:pt x="3465" y="1465"/>
                    <a:pt x="3775" y="786"/>
                  </a:cubicBezTo>
                  <a:close/>
                  <a:moveTo>
                    <a:pt x="5001" y="4906"/>
                  </a:moveTo>
                  <a:lnTo>
                    <a:pt x="5001" y="5751"/>
                  </a:lnTo>
                  <a:lnTo>
                    <a:pt x="4965" y="5775"/>
                  </a:lnTo>
                  <a:lnTo>
                    <a:pt x="4334" y="6203"/>
                  </a:lnTo>
                  <a:lnTo>
                    <a:pt x="3692" y="5751"/>
                  </a:lnTo>
                  <a:lnTo>
                    <a:pt x="3692" y="4906"/>
                  </a:lnTo>
                  <a:lnTo>
                    <a:pt x="3775" y="4953"/>
                  </a:lnTo>
                  <a:cubicBezTo>
                    <a:pt x="3953" y="5048"/>
                    <a:pt x="4144" y="5096"/>
                    <a:pt x="4346" y="5096"/>
                  </a:cubicBezTo>
                  <a:cubicBezTo>
                    <a:pt x="4537" y="5096"/>
                    <a:pt x="4727" y="5048"/>
                    <a:pt x="4906" y="4953"/>
                  </a:cubicBezTo>
                  <a:lnTo>
                    <a:pt x="5001" y="4906"/>
                  </a:lnTo>
                  <a:close/>
                  <a:moveTo>
                    <a:pt x="3680" y="6168"/>
                  </a:moveTo>
                  <a:lnTo>
                    <a:pt x="4084" y="6453"/>
                  </a:lnTo>
                  <a:lnTo>
                    <a:pt x="3680" y="6930"/>
                  </a:lnTo>
                  <a:lnTo>
                    <a:pt x="3680" y="6263"/>
                  </a:lnTo>
                  <a:lnTo>
                    <a:pt x="3680" y="6168"/>
                  </a:lnTo>
                  <a:close/>
                  <a:moveTo>
                    <a:pt x="4977" y="6168"/>
                  </a:moveTo>
                  <a:lnTo>
                    <a:pt x="4977" y="6263"/>
                  </a:lnTo>
                  <a:lnTo>
                    <a:pt x="4977" y="6930"/>
                  </a:lnTo>
                  <a:lnTo>
                    <a:pt x="4573" y="6453"/>
                  </a:lnTo>
                  <a:lnTo>
                    <a:pt x="4977" y="6168"/>
                  </a:lnTo>
                  <a:close/>
                  <a:moveTo>
                    <a:pt x="4977" y="7453"/>
                  </a:moveTo>
                  <a:lnTo>
                    <a:pt x="4977" y="8406"/>
                  </a:lnTo>
                  <a:lnTo>
                    <a:pt x="4906" y="7656"/>
                  </a:lnTo>
                  <a:lnTo>
                    <a:pt x="4977" y="7453"/>
                  </a:lnTo>
                  <a:close/>
                  <a:moveTo>
                    <a:pt x="3692" y="7453"/>
                  </a:moveTo>
                  <a:lnTo>
                    <a:pt x="3763" y="7656"/>
                  </a:lnTo>
                  <a:lnTo>
                    <a:pt x="3692" y="8418"/>
                  </a:lnTo>
                  <a:lnTo>
                    <a:pt x="3692" y="7453"/>
                  </a:lnTo>
                  <a:close/>
                  <a:moveTo>
                    <a:pt x="4311" y="6703"/>
                  </a:moveTo>
                  <a:lnTo>
                    <a:pt x="4704" y="7168"/>
                  </a:lnTo>
                  <a:lnTo>
                    <a:pt x="4537" y="7584"/>
                  </a:lnTo>
                  <a:cubicBezTo>
                    <a:pt x="4525" y="7620"/>
                    <a:pt x="4525" y="7632"/>
                    <a:pt x="4525" y="7656"/>
                  </a:cubicBezTo>
                  <a:lnTo>
                    <a:pt x="4680" y="9251"/>
                  </a:lnTo>
                  <a:lnTo>
                    <a:pt x="3942" y="9251"/>
                  </a:lnTo>
                  <a:lnTo>
                    <a:pt x="4108" y="7656"/>
                  </a:lnTo>
                  <a:cubicBezTo>
                    <a:pt x="4108" y="7632"/>
                    <a:pt x="4108" y="7596"/>
                    <a:pt x="4084" y="7584"/>
                  </a:cubicBezTo>
                  <a:lnTo>
                    <a:pt x="3930" y="7168"/>
                  </a:lnTo>
                  <a:lnTo>
                    <a:pt x="4311" y="6703"/>
                  </a:lnTo>
                  <a:close/>
                  <a:moveTo>
                    <a:pt x="3965" y="0"/>
                  </a:moveTo>
                  <a:cubicBezTo>
                    <a:pt x="3906" y="0"/>
                    <a:pt x="3846" y="0"/>
                    <a:pt x="3787" y="12"/>
                  </a:cubicBezTo>
                  <a:cubicBezTo>
                    <a:pt x="3013" y="95"/>
                    <a:pt x="2453" y="750"/>
                    <a:pt x="2441" y="1524"/>
                  </a:cubicBezTo>
                  <a:lnTo>
                    <a:pt x="2441" y="1750"/>
                  </a:lnTo>
                  <a:lnTo>
                    <a:pt x="2441" y="2286"/>
                  </a:lnTo>
                  <a:cubicBezTo>
                    <a:pt x="2120" y="2358"/>
                    <a:pt x="1894" y="2643"/>
                    <a:pt x="1894" y="2977"/>
                  </a:cubicBezTo>
                  <a:cubicBezTo>
                    <a:pt x="1894" y="3358"/>
                    <a:pt x="2191" y="3667"/>
                    <a:pt x="2584" y="3691"/>
                  </a:cubicBezTo>
                  <a:cubicBezTo>
                    <a:pt x="2739" y="4084"/>
                    <a:pt x="3001" y="4441"/>
                    <a:pt x="3358" y="4703"/>
                  </a:cubicBezTo>
                  <a:lnTo>
                    <a:pt x="3358" y="5727"/>
                  </a:lnTo>
                  <a:lnTo>
                    <a:pt x="1620" y="6275"/>
                  </a:lnTo>
                  <a:cubicBezTo>
                    <a:pt x="655" y="6584"/>
                    <a:pt x="12" y="7465"/>
                    <a:pt x="1" y="8489"/>
                  </a:cubicBezTo>
                  <a:lnTo>
                    <a:pt x="1" y="9418"/>
                  </a:lnTo>
                  <a:cubicBezTo>
                    <a:pt x="1" y="9501"/>
                    <a:pt x="72" y="9585"/>
                    <a:pt x="155" y="9585"/>
                  </a:cubicBezTo>
                  <a:lnTo>
                    <a:pt x="1822" y="9585"/>
                  </a:lnTo>
                  <a:cubicBezTo>
                    <a:pt x="1917" y="9585"/>
                    <a:pt x="1989" y="9501"/>
                    <a:pt x="1989" y="9418"/>
                  </a:cubicBezTo>
                  <a:cubicBezTo>
                    <a:pt x="1989" y="9323"/>
                    <a:pt x="1917" y="9251"/>
                    <a:pt x="1822" y="9251"/>
                  </a:cubicBezTo>
                  <a:lnTo>
                    <a:pt x="334" y="9251"/>
                  </a:lnTo>
                  <a:lnTo>
                    <a:pt x="334" y="8489"/>
                  </a:lnTo>
                  <a:cubicBezTo>
                    <a:pt x="334" y="8299"/>
                    <a:pt x="370" y="8120"/>
                    <a:pt x="417" y="7942"/>
                  </a:cubicBezTo>
                  <a:cubicBezTo>
                    <a:pt x="429" y="7894"/>
                    <a:pt x="441" y="7834"/>
                    <a:pt x="453" y="7799"/>
                  </a:cubicBezTo>
                  <a:cubicBezTo>
                    <a:pt x="477" y="7751"/>
                    <a:pt x="501" y="7704"/>
                    <a:pt x="513" y="7644"/>
                  </a:cubicBezTo>
                  <a:cubicBezTo>
                    <a:pt x="739" y="7156"/>
                    <a:pt x="1167" y="6763"/>
                    <a:pt x="1703" y="6608"/>
                  </a:cubicBezTo>
                  <a:lnTo>
                    <a:pt x="2703" y="6287"/>
                  </a:lnTo>
                  <a:lnTo>
                    <a:pt x="3358" y="6084"/>
                  </a:lnTo>
                  <a:lnTo>
                    <a:pt x="3358" y="9251"/>
                  </a:lnTo>
                  <a:lnTo>
                    <a:pt x="2513" y="9251"/>
                  </a:lnTo>
                  <a:cubicBezTo>
                    <a:pt x="2418" y="9251"/>
                    <a:pt x="2346" y="9323"/>
                    <a:pt x="2346" y="9418"/>
                  </a:cubicBezTo>
                  <a:cubicBezTo>
                    <a:pt x="2346" y="9501"/>
                    <a:pt x="2418" y="9585"/>
                    <a:pt x="2513" y="9585"/>
                  </a:cubicBezTo>
                  <a:lnTo>
                    <a:pt x="8525" y="9585"/>
                  </a:lnTo>
                  <a:cubicBezTo>
                    <a:pt x="8609" y="9585"/>
                    <a:pt x="8692" y="9501"/>
                    <a:pt x="8692" y="9418"/>
                  </a:cubicBezTo>
                  <a:lnTo>
                    <a:pt x="8692" y="8489"/>
                  </a:lnTo>
                  <a:cubicBezTo>
                    <a:pt x="8692" y="7930"/>
                    <a:pt x="8466" y="7358"/>
                    <a:pt x="8073" y="6942"/>
                  </a:cubicBezTo>
                  <a:cubicBezTo>
                    <a:pt x="8042" y="6904"/>
                    <a:pt x="8001" y="6886"/>
                    <a:pt x="7957" y="6886"/>
                  </a:cubicBezTo>
                  <a:cubicBezTo>
                    <a:pt x="7917" y="6886"/>
                    <a:pt x="7875" y="6901"/>
                    <a:pt x="7835" y="6930"/>
                  </a:cubicBezTo>
                  <a:cubicBezTo>
                    <a:pt x="7763" y="6989"/>
                    <a:pt x="7763" y="7096"/>
                    <a:pt x="7823" y="7168"/>
                  </a:cubicBezTo>
                  <a:cubicBezTo>
                    <a:pt x="8156" y="7537"/>
                    <a:pt x="8335" y="8001"/>
                    <a:pt x="8335" y="8489"/>
                  </a:cubicBezTo>
                  <a:lnTo>
                    <a:pt x="8335" y="9251"/>
                  </a:lnTo>
                  <a:lnTo>
                    <a:pt x="5311" y="9251"/>
                  </a:lnTo>
                  <a:lnTo>
                    <a:pt x="5311" y="6084"/>
                  </a:lnTo>
                  <a:lnTo>
                    <a:pt x="6942" y="6608"/>
                  </a:lnTo>
                  <a:cubicBezTo>
                    <a:pt x="7085" y="6644"/>
                    <a:pt x="7216" y="6703"/>
                    <a:pt x="7335" y="6763"/>
                  </a:cubicBezTo>
                  <a:cubicBezTo>
                    <a:pt x="7359" y="6779"/>
                    <a:pt x="7388" y="6787"/>
                    <a:pt x="7418" y="6787"/>
                  </a:cubicBezTo>
                  <a:cubicBezTo>
                    <a:pt x="7474" y="6787"/>
                    <a:pt x="7534" y="6758"/>
                    <a:pt x="7573" y="6703"/>
                  </a:cubicBezTo>
                  <a:cubicBezTo>
                    <a:pt x="7621" y="6632"/>
                    <a:pt x="7585" y="6525"/>
                    <a:pt x="7513" y="6465"/>
                  </a:cubicBezTo>
                  <a:cubicBezTo>
                    <a:pt x="7359" y="6394"/>
                    <a:pt x="7216" y="6322"/>
                    <a:pt x="7061" y="6275"/>
                  </a:cubicBezTo>
                  <a:lnTo>
                    <a:pt x="5323" y="5715"/>
                  </a:lnTo>
                  <a:lnTo>
                    <a:pt x="5323" y="4679"/>
                  </a:lnTo>
                  <a:cubicBezTo>
                    <a:pt x="5680" y="4429"/>
                    <a:pt x="5954" y="4072"/>
                    <a:pt x="6097" y="3667"/>
                  </a:cubicBezTo>
                  <a:cubicBezTo>
                    <a:pt x="6466" y="3655"/>
                    <a:pt x="6787" y="3346"/>
                    <a:pt x="6787" y="2953"/>
                  </a:cubicBezTo>
                  <a:cubicBezTo>
                    <a:pt x="6787" y="2631"/>
                    <a:pt x="6561" y="2346"/>
                    <a:pt x="6251" y="2274"/>
                  </a:cubicBezTo>
                  <a:lnTo>
                    <a:pt x="6251" y="1512"/>
                  </a:lnTo>
                  <a:cubicBezTo>
                    <a:pt x="6251" y="679"/>
                    <a:pt x="5561" y="0"/>
                    <a:pt x="4727" y="0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Google Shape;12157;p69">
              <a:extLst>
                <a:ext uri="{FF2B5EF4-FFF2-40B4-BE49-F238E27FC236}">
                  <a16:creationId xmlns:a16="http://schemas.microsoft.com/office/drawing/2014/main" id="{DF50E33E-42B1-712B-1CA3-7EEBE3EB0843}"/>
                </a:ext>
              </a:extLst>
            </p:cNvPr>
            <p:cNvSpPr/>
            <p:nvPr/>
          </p:nvSpPr>
          <p:spPr>
            <a:xfrm>
              <a:off x="4098165" y="3300579"/>
              <a:ext cx="44922" cy="65071"/>
            </a:xfrm>
            <a:custGeom>
              <a:avLst/>
              <a:gdLst/>
              <a:ahLst/>
              <a:cxnLst/>
              <a:rect l="l" t="t" r="r" b="b"/>
              <a:pathLst>
                <a:path w="1418" h="2054" extrusionOk="0">
                  <a:moveTo>
                    <a:pt x="664" y="1"/>
                  </a:moveTo>
                  <a:cubicBezTo>
                    <a:pt x="396" y="1"/>
                    <a:pt x="158" y="171"/>
                    <a:pt x="49" y="422"/>
                  </a:cubicBezTo>
                  <a:cubicBezTo>
                    <a:pt x="1" y="505"/>
                    <a:pt x="49" y="612"/>
                    <a:pt x="132" y="648"/>
                  </a:cubicBezTo>
                  <a:cubicBezTo>
                    <a:pt x="156" y="657"/>
                    <a:pt x="181" y="662"/>
                    <a:pt x="204" y="662"/>
                  </a:cubicBezTo>
                  <a:cubicBezTo>
                    <a:pt x="272" y="662"/>
                    <a:pt x="332" y="624"/>
                    <a:pt x="358" y="553"/>
                  </a:cubicBezTo>
                  <a:cubicBezTo>
                    <a:pt x="412" y="436"/>
                    <a:pt x="532" y="347"/>
                    <a:pt x="668" y="347"/>
                  </a:cubicBezTo>
                  <a:cubicBezTo>
                    <a:pt x="683" y="347"/>
                    <a:pt x="699" y="348"/>
                    <a:pt x="715" y="351"/>
                  </a:cubicBezTo>
                  <a:cubicBezTo>
                    <a:pt x="894" y="362"/>
                    <a:pt x="1037" y="505"/>
                    <a:pt x="1049" y="684"/>
                  </a:cubicBezTo>
                  <a:cubicBezTo>
                    <a:pt x="1049" y="767"/>
                    <a:pt x="1037" y="851"/>
                    <a:pt x="1001" y="910"/>
                  </a:cubicBezTo>
                  <a:cubicBezTo>
                    <a:pt x="953" y="982"/>
                    <a:pt x="882" y="1029"/>
                    <a:pt x="799" y="1065"/>
                  </a:cubicBezTo>
                  <a:cubicBezTo>
                    <a:pt x="561" y="1136"/>
                    <a:pt x="406" y="1208"/>
                    <a:pt x="406" y="1374"/>
                  </a:cubicBezTo>
                  <a:lnTo>
                    <a:pt x="406" y="1898"/>
                  </a:lnTo>
                  <a:cubicBezTo>
                    <a:pt x="406" y="1982"/>
                    <a:pt x="477" y="2053"/>
                    <a:pt x="561" y="2053"/>
                  </a:cubicBezTo>
                  <a:cubicBezTo>
                    <a:pt x="656" y="2053"/>
                    <a:pt x="727" y="1982"/>
                    <a:pt x="727" y="1898"/>
                  </a:cubicBezTo>
                  <a:lnTo>
                    <a:pt x="727" y="1446"/>
                  </a:lnTo>
                  <a:cubicBezTo>
                    <a:pt x="763" y="1434"/>
                    <a:pt x="799" y="1422"/>
                    <a:pt x="882" y="1386"/>
                  </a:cubicBezTo>
                  <a:cubicBezTo>
                    <a:pt x="1037" y="1339"/>
                    <a:pt x="1180" y="1243"/>
                    <a:pt x="1263" y="1101"/>
                  </a:cubicBezTo>
                  <a:cubicBezTo>
                    <a:pt x="1370" y="958"/>
                    <a:pt x="1418" y="803"/>
                    <a:pt x="1394" y="660"/>
                  </a:cubicBezTo>
                  <a:cubicBezTo>
                    <a:pt x="1370" y="315"/>
                    <a:pt x="1096" y="29"/>
                    <a:pt x="739" y="5"/>
                  </a:cubicBezTo>
                  <a:cubicBezTo>
                    <a:pt x="714" y="2"/>
                    <a:pt x="689" y="1"/>
                    <a:pt x="664" y="1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2158;p69">
              <a:extLst>
                <a:ext uri="{FF2B5EF4-FFF2-40B4-BE49-F238E27FC236}">
                  <a16:creationId xmlns:a16="http://schemas.microsoft.com/office/drawing/2014/main" id="{6A6F0C90-FB3E-5A00-E2E0-0BB516BAB48A}"/>
                </a:ext>
              </a:extLst>
            </p:cNvPr>
            <p:cNvSpPr/>
            <p:nvPr/>
          </p:nvSpPr>
          <p:spPr>
            <a:xfrm>
              <a:off x="4109888" y="3370876"/>
              <a:ext cx="14351" cy="14383"/>
            </a:xfrm>
            <a:custGeom>
              <a:avLst/>
              <a:gdLst/>
              <a:ahLst/>
              <a:cxnLst/>
              <a:rect l="l" t="t" r="r" b="b"/>
              <a:pathLst>
                <a:path w="453" h="454" extrusionOk="0">
                  <a:moveTo>
                    <a:pt x="226" y="1"/>
                  </a:moveTo>
                  <a:cubicBezTo>
                    <a:pt x="107" y="1"/>
                    <a:pt x="0" y="108"/>
                    <a:pt x="0" y="227"/>
                  </a:cubicBezTo>
                  <a:cubicBezTo>
                    <a:pt x="0" y="346"/>
                    <a:pt x="107" y="453"/>
                    <a:pt x="226" y="453"/>
                  </a:cubicBezTo>
                  <a:cubicBezTo>
                    <a:pt x="345" y="453"/>
                    <a:pt x="453" y="346"/>
                    <a:pt x="453" y="227"/>
                  </a:cubicBezTo>
                  <a:cubicBezTo>
                    <a:pt x="453" y="108"/>
                    <a:pt x="345" y="1"/>
                    <a:pt x="226" y="1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Block Arc 28">
            <a:extLst>
              <a:ext uri="{FF2B5EF4-FFF2-40B4-BE49-F238E27FC236}">
                <a16:creationId xmlns:a16="http://schemas.microsoft.com/office/drawing/2014/main" id="{1743E307-6612-A3DD-A80C-F3B2241DB67E}"/>
              </a:ext>
            </a:extLst>
          </p:cNvPr>
          <p:cNvSpPr/>
          <p:nvPr/>
        </p:nvSpPr>
        <p:spPr>
          <a:xfrm rot="5400000" flipH="1">
            <a:off x="-2337948" y="1333691"/>
            <a:ext cx="4984034" cy="4398434"/>
          </a:xfrm>
          <a:prstGeom prst="blockArc">
            <a:avLst>
              <a:gd name="adj1" fmla="val 11688954"/>
              <a:gd name="adj2" fmla="val 20827466"/>
              <a:gd name="adj3" fmla="val 22805"/>
            </a:avLst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3227B22-3D65-D129-6E54-1FDE4323D59F}"/>
              </a:ext>
            </a:extLst>
          </p:cNvPr>
          <p:cNvGrpSpPr/>
          <p:nvPr/>
        </p:nvGrpSpPr>
        <p:grpSpPr>
          <a:xfrm>
            <a:off x="-1681703" y="841616"/>
            <a:ext cx="4266083" cy="5308561"/>
            <a:chOff x="-1681703" y="841616"/>
            <a:chExt cx="4266083" cy="530856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B7DCF2B-1D9C-9C3A-1BF9-51A54268AC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568" y="1717948"/>
              <a:ext cx="846132" cy="69427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B1E646-769C-D071-D082-D8D67E371C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414" y="2840896"/>
              <a:ext cx="953011" cy="24066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0B38BB1-DE2C-AC6E-A09F-53DFFC0E1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4414" y="3798496"/>
              <a:ext cx="1012542" cy="17342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23D3F7-9BBD-D6BA-EAD6-773BA5C3A8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1531" y="4534235"/>
              <a:ext cx="836319" cy="57830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30482A7-F897-6DB7-E530-50976140B573}"/>
                </a:ext>
              </a:extLst>
            </p:cNvPr>
            <p:cNvSpPr/>
            <p:nvPr/>
          </p:nvSpPr>
          <p:spPr>
            <a:xfrm flipH="1">
              <a:off x="-1681703" y="2223410"/>
              <a:ext cx="2626271" cy="2596911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01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18DDC1E-407E-922D-7C21-B71140DDFB05}"/>
                </a:ext>
              </a:extLst>
            </p:cNvPr>
            <p:cNvSpPr/>
            <p:nvPr/>
          </p:nvSpPr>
          <p:spPr>
            <a:xfrm flipH="1">
              <a:off x="-1432700" y="2483101"/>
              <a:ext cx="2101017" cy="2077529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01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646BEAF-66ED-D822-B6ED-C54578249955}"/>
                </a:ext>
              </a:extLst>
            </p:cNvPr>
            <p:cNvSpPr/>
            <p:nvPr/>
          </p:nvSpPr>
          <p:spPr>
            <a:xfrm flipH="1">
              <a:off x="2059126" y="3713224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0EAD317-4CE9-BC7E-763E-FC4CCE06BD43}"/>
                </a:ext>
              </a:extLst>
            </p:cNvPr>
            <p:cNvSpPr/>
            <p:nvPr/>
          </p:nvSpPr>
          <p:spPr>
            <a:xfrm flipH="1">
              <a:off x="2111651" y="3765162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5487DC0-0490-2265-F2DD-721352EC7A66}"/>
                </a:ext>
              </a:extLst>
            </p:cNvPr>
            <p:cNvSpPr/>
            <p:nvPr/>
          </p:nvSpPr>
          <p:spPr>
            <a:xfrm flipH="1">
              <a:off x="2007955" y="2581205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B30DCAC-984A-9D8E-2292-3B9F504E6E33}"/>
                </a:ext>
              </a:extLst>
            </p:cNvPr>
            <p:cNvSpPr/>
            <p:nvPr/>
          </p:nvSpPr>
          <p:spPr>
            <a:xfrm flipH="1">
              <a:off x="2060480" y="2633143"/>
              <a:ext cx="420204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BEA971C-55FA-630A-D0C0-949FF61FB20F}"/>
                </a:ext>
              </a:extLst>
            </p:cNvPr>
            <p:cNvSpPr/>
            <p:nvPr/>
          </p:nvSpPr>
          <p:spPr>
            <a:xfrm flipH="1">
              <a:off x="1527158" y="1466867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60BD459-C521-0B47-EE60-C3788C13E12F}"/>
                </a:ext>
              </a:extLst>
            </p:cNvPr>
            <p:cNvSpPr/>
            <p:nvPr/>
          </p:nvSpPr>
          <p:spPr>
            <a:xfrm flipH="1">
              <a:off x="1579683" y="1518805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634800E-C53F-4B16-F6F2-D22BD78E830C}"/>
                </a:ext>
              </a:extLst>
            </p:cNvPr>
            <p:cNvSpPr/>
            <p:nvPr/>
          </p:nvSpPr>
          <p:spPr>
            <a:xfrm flipH="1">
              <a:off x="560581" y="5630795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93DF751-F2A4-5F44-940E-DC4638D793E5}"/>
                </a:ext>
              </a:extLst>
            </p:cNvPr>
            <p:cNvSpPr/>
            <p:nvPr/>
          </p:nvSpPr>
          <p:spPr>
            <a:xfrm flipH="1">
              <a:off x="613106" y="5682733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B67BB6F-45D2-E61B-1DF8-FDA586D4A7B9}"/>
                </a:ext>
              </a:extLst>
            </p:cNvPr>
            <p:cNvSpPr/>
            <p:nvPr/>
          </p:nvSpPr>
          <p:spPr>
            <a:xfrm flipH="1">
              <a:off x="1586711" y="4838178"/>
              <a:ext cx="52202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F6D81F9-3340-6D2B-8BBC-BF8135727235}"/>
                </a:ext>
              </a:extLst>
            </p:cNvPr>
            <p:cNvSpPr/>
            <p:nvPr/>
          </p:nvSpPr>
          <p:spPr>
            <a:xfrm flipH="1">
              <a:off x="1637622" y="4890116"/>
              <a:ext cx="420203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987E5F1-4D0E-11CB-64A2-4FBB7D8DF76C}"/>
                </a:ext>
              </a:extLst>
            </p:cNvPr>
            <p:cNvSpPr/>
            <p:nvPr/>
          </p:nvSpPr>
          <p:spPr>
            <a:xfrm flipH="1">
              <a:off x="431429" y="841616"/>
              <a:ext cx="547729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8C4D813-F823-C919-0F75-D4D93745195C}"/>
                </a:ext>
              </a:extLst>
            </p:cNvPr>
            <p:cNvSpPr/>
            <p:nvPr/>
          </p:nvSpPr>
          <p:spPr>
            <a:xfrm flipH="1">
              <a:off x="495192" y="893554"/>
              <a:ext cx="420203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C51246A-686E-46B3-1946-B76ED03C45A5}"/>
              </a:ext>
            </a:extLst>
          </p:cNvPr>
          <p:cNvSpPr txBox="1"/>
          <p:nvPr/>
        </p:nvSpPr>
        <p:spPr>
          <a:xfrm>
            <a:off x="1085835" y="816170"/>
            <a:ext cx="1896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کاربران حضوری</a:t>
            </a:r>
            <a:endParaRPr lang="en-US" sz="1400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0A58E5-111F-5B88-A71B-B5DD677149A0}"/>
              </a:ext>
            </a:extLst>
          </p:cNvPr>
          <p:cNvSpPr txBox="1"/>
          <p:nvPr/>
        </p:nvSpPr>
        <p:spPr>
          <a:xfrm>
            <a:off x="2159029" y="1487142"/>
            <a:ext cx="1896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کاربران دورکاری</a:t>
            </a:r>
            <a:endParaRPr lang="en-US" sz="1400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8A5A2C-E4B3-73F9-7901-C2A9DBDB50DD}"/>
              </a:ext>
            </a:extLst>
          </p:cNvPr>
          <p:cNvSpPr txBox="1"/>
          <p:nvPr/>
        </p:nvSpPr>
        <p:spPr>
          <a:xfrm>
            <a:off x="2713132" y="2656230"/>
            <a:ext cx="1896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مدیریت </a:t>
            </a:r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( IT / Admin)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9F2CAD-F085-2534-81EC-38B3DD7E8145}"/>
              </a:ext>
            </a:extLst>
          </p:cNvPr>
          <p:cNvSpPr txBox="1"/>
          <p:nvPr/>
        </p:nvSpPr>
        <p:spPr>
          <a:xfrm>
            <a:off x="2713131" y="3787259"/>
            <a:ext cx="1896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CCTV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1CD219-2CC3-BD82-7C62-EF8936E84ADD}"/>
              </a:ext>
            </a:extLst>
          </p:cNvPr>
          <p:cNvSpPr txBox="1"/>
          <p:nvPr/>
        </p:nvSpPr>
        <p:spPr>
          <a:xfrm>
            <a:off x="2256158" y="4947795"/>
            <a:ext cx="1896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سوئیچ‌ها</a:t>
            </a:r>
            <a:endParaRPr lang="en-US" sz="1400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F4E79E-165C-E3D7-467E-D966DA67CCD3}"/>
              </a:ext>
            </a:extLst>
          </p:cNvPr>
          <p:cNvSpPr txBox="1"/>
          <p:nvPr/>
        </p:nvSpPr>
        <p:spPr>
          <a:xfrm>
            <a:off x="1197387" y="5962767"/>
            <a:ext cx="1896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Wi-Fi Access Point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2DBAC8-2050-8BE8-580C-D8B9CA946D61}"/>
              </a:ext>
            </a:extLst>
          </p:cNvPr>
          <p:cNvSpPr txBox="1"/>
          <p:nvPr/>
        </p:nvSpPr>
        <p:spPr>
          <a:xfrm>
            <a:off x="2967318" y="816170"/>
            <a:ext cx="510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50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8E0663-EF24-55B9-3D2A-0AEB3E6054F2}"/>
              </a:ext>
            </a:extLst>
          </p:cNvPr>
          <p:cNvSpPr txBox="1"/>
          <p:nvPr/>
        </p:nvSpPr>
        <p:spPr>
          <a:xfrm>
            <a:off x="4040512" y="1487142"/>
            <a:ext cx="510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A42FD7-710C-40D1-2D76-021E2FF7A12C}"/>
              </a:ext>
            </a:extLst>
          </p:cNvPr>
          <p:cNvSpPr txBox="1"/>
          <p:nvPr/>
        </p:nvSpPr>
        <p:spPr>
          <a:xfrm>
            <a:off x="4594615" y="2656230"/>
            <a:ext cx="510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1-2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1E3F03-16E4-7DFF-905D-AE4F081D9AF8}"/>
              </a:ext>
            </a:extLst>
          </p:cNvPr>
          <p:cNvSpPr txBox="1"/>
          <p:nvPr/>
        </p:nvSpPr>
        <p:spPr>
          <a:xfrm>
            <a:off x="4315214" y="3787259"/>
            <a:ext cx="510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CEC569-6EB4-B701-20F9-8F8B3733380B}"/>
              </a:ext>
            </a:extLst>
          </p:cNvPr>
          <p:cNvSpPr txBox="1"/>
          <p:nvPr/>
        </p:nvSpPr>
        <p:spPr>
          <a:xfrm>
            <a:off x="3858241" y="4947795"/>
            <a:ext cx="510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6C491A-D8DB-048B-AC9B-87CB4E5756E2}"/>
              </a:ext>
            </a:extLst>
          </p:cNvPr>
          <p:cNvSpPr txBox="1"/>
          <p:nvPr/>
        </p:nvSpPr>
        <p:spPr>
          <a:xfrm>
            <a:off x="3078870" y="5962767"/>
            <a:ext cx="510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2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93F7161-1465-4E43-CA8D-D12992E4FC53}"/>
              </a:ext>
            </a:extLst>
          </p:cNvPr>
          <p:cNvGrpSpPr/>
          <p:nvPr/>
        </p:nvGrpSpPr>
        <p:grpSpPr>
          <a:xfrm>
            <a:off x="-9601683" y="1604706"/>
            <a:ext cx="7641178" cy="4568609"/>
            <a:chOff x="4824770" y="1781914"/>
            <a:chExt cx="7641178" cy="4568609"/>
          </a:xfrm>
        </p:grpSpPr>
        <p:sp>
          <p:nvSpPr>
            <p:cNvPr id="74" name="Rectangle: Top Corners One Rounded and One Snipped 73">
              <a:extLst>
                <a:ext uri="{FF2B5EF4-FFF2-40B4-BE49-F238E27FC236}">
                  <a16:creationId xmlns:a16="http://schemas.microsoft.com/office/drawing/2014/main" id="{FD67EB82-1AD9-EE47-43B3-6FE2A4EB4E45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5" name="Rectangle: Top Corners One Rounded and One Snipped 74">
              <a:extLst>
                <a:ext uri="{FF2B5EF4-FFF2-40B4-BE49-F238E27FC236}">
                  <a16:creationId xmlns:a16="http://schemas.microsoft.com/office/drawing/2014/main" id="{35F21C90-9783-C115-FD57-DDEE2EBB3812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495BC-50EC-3A46-280A-2E9669BD96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00A1FA9-5DA9-07D2-6174-4C28EFA607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9FE19002-2C9B-8901-C5FD-842F02401E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7F9B675-02FA-BEE7-E033-E00A930C07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DA2D9DA-0064-F62E-9844-97EB505F9A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92596ED7-5BE4-84F4-A667-EB4DD77FC3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E2DA7DA-9D89-E2DD-51DD-DB8ECD45FC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DE1EE-139A-996E-1461-D596C7AEE1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83">
              <a:extLst>
                <a:ext uri="{FF2B5EF4-FFF2-40B4-BE49-F238E27FC236}">
                  <a16:creationId xmlns:a16="http://schemas.microsoft.com/office/drawing/2014/main" id="{860E4DDB-407C-3A35-1A34-48FDA09F8CD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232B674-01CB-5814-D6A1-771F2DEAF9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73BC5A5-2C11-947F-4421-16F4C82963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47804838-F4B2-977B-E0A1-B13923C255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5502204-98D3-9849-5EE4-C8CD92DA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D1D7323-8F86-E13E-DB00-8F7BE1FDC36D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CA52D115-4B41-C0DE-7311-F00F1C5487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F54BDE6-779B-A0C8-D591-22698B05B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61435F20-5E38-A551-D2FD-BB3DE0215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8320930-0187-45F2-8CEE-3F92E6210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CD2D8AE-F399-8974-3FBE-B99989E15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1F72A930-9B56-D2BA-433E-6855A4D68D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C1F7F4C-284C-3EFF-88E9-F7EBA3C107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: Single Corner Snipped 96">
              <a:extLst>
                <a:ext uri="{FF2B5EF4-FFF2-40B4-BE49-F238E27FC236}">
                  <a16:creationId xmlns:a16="http://schemas.microsoft.com/office/drawing/2014/main" id="{EF2A09B9-E933-053F-8CC4-D6A8C779B8B5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8F04562-EE79-3A18-F1B0-E77D91EDAE40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24489A6-572D-0274-CBD0-F9FCE7E6876B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E5CBC2-FD05-FF1E-B8B3-0E8D59381D12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D50E353-37EB-A965-A6B3-F196410B66CB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666D05D-3AB8-231D-486A-DD16759FBA3F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: Single Corner Rounded 102">
              <a:extLst>
                <a:ext uri="{FF2B5EF4-FFF2-40B4-BE49-F238E27FC236}">
                  <a16:creationId xmlns:a16="http://schemas.microsoft.com/office/drawing/2014/main" id="{44889661-5D2A-CD66-E477-40B26D5CBCA7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EC21AA21-B47A-24EE-2F07-7761A33D51DD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B6660877-BC29-2911-7EA8-6A55FB2DCB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92F8024-9C67-8943-35B6-74A19F41B9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E0A0DFAC-6DC3-4532-E9AF-E8797F9EC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3D1F09C-EB71-7EC5-35A3-D36C41AA19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0603C26-74E4-1DA8-9545-B1BAD7BE83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BD00875-B419-DCB9-078F-5048BD2D58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A1E7611A-3AD4-537B-C5C4-E5041C6AFB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82F41F6-D1DF-7640-8837-AEB82AE463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AEFB8BE1-C328-B324-C248-C82E08032B00}"/>
                </a:ext>
              </a:extLst>
            </p:cNvPr>
            <p:cNvGrpSpPr/>
            <p:nvPr/>
          </p:nvGrpSpPr>
          <p:grpSpPr>
            <a:xfrm rot="5400000">
              <a:off x="5657399" y="2137207"/>
              <a:ext cx="3380437" cy="4082908"/>
              <a:chOff x="664813" y="5128260"/>
              <a:chExt cx="4176000" cy="2194560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BEABBE1-3213-933B-2C5C-9A4A69F446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1E22D45-81CA-C9A1-D327-FB4BD7473B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FCAC916-A7E8-2CC2-2B30-155960597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486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9289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83EFED39-34B1-9FBB-BFB8-945204DA0E67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50015-D473-62E6-3FEF-9DA65FEE8570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4213250-4462-F7F7-CD7D-D552A75894D4}"/>
              </a:ext>
            </a:extLst>
          </p:cNvPr>
          <p:cNvGrpSpPr/>
          <p:nvPr/>
        </p:nvGrpSpPr>
        <p:grpSpPr>
          <a:xfrm rot="263290">
            <a:off x="13576433" y="7812420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1D02680-CA05-C177-E63F-91A36A32A4E5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69A6CCE4-5948-9BE5-1503-5EEF11E5E32E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639E54F0-A7D8-BC8E-1906-B21124641029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8E416FA-877E-715D-1377-12B6F5FAACAB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4AB4239F-7D6F-ACD3-DFC0-A552F8949276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68CB31F-E4A0-4272-F853-506BE7B99E73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FEB86E8-FEFF-A4E2-987A-BA023DF6A786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D52C6FF-3D8C-7D64-3C87-400BFB08CC1B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1E00E63-0A9B-6C7A-0B1D-4178B197CD56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BC96961-B1CB-EAB9-E435-9D7485625A69}"/>
              </a:ext>
            </a:extLst>
          </p:cNvPr>
          <p:cNvGrpSpPr/>
          <p:nvPr/>
        </p:nvGrpSpPr>
        <p:grpSpPr>
          <a:xfrm rot="21077316">
            <a:off x="14745911" y="7769778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241FC11-DF1B-6734-958B-1C69CAFE48D4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335781ED-C1DA-6CEF-6A0B-CD99FDF97B7E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B64A174E-7551-8A89-C8FB-2C17A311081D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4200AC2-8680-F048-B5C9-92CDBBBFA4D5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07FD43B7-88D3-A939-70DD-E98D7AEE4A49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DAD2555-F7E0-B99D-E791-8C41C4190F51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96381E-5E44-5395-E67E-25B4BD47FF50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1143ADD-FDF3-0A4C-D48E-A8C2F3645DED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00CCFFC-695C-09B4-4A0E-ADDAB29F6C63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82E8340-2924-4897-BD0F-2B510864F733}"/>
              </a:ext>
            </a:extLst>
          </p:cNvPr>
          <p:cNvGrpSpPr/>
          <p:nvPr/>
        </p:nvGrpSpPr>
        <p:grpSpPr>
          <a:xfrm rot="20139071">
            <a:off x="14125135" y="8002933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7C7A91E-EDE6-BDBB-2383-1E722F7A3A0E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A0C50BDF-6EAA-12A8-5698-D3F0279C1CC1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204D7303-8B1B-872D-9A6C-413A980719CB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77FB3EB-FE87-404A-1028-209608214447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D66BC91E-46CC-0810-5B36-885DE323041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7D2E4A-37A7-A3A2-80AD-676D5C21140D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A8F5EBE-A557-95B6-0B92-E06E88939DB1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D4482C8-6B93-602E-8C16-B75F5C023B1C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145BC77-1FA7-6D43-C8B3-2AFABF9C5BFB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DDA9736-C7F3-8522-9452-5A970DCED565}"/>
              </a:ext>
            </a:extLst>
          </p:cNvPr>
          <p:cNvGrpSpPr/>
          <p:nvPr/>
        </p:nvGrpSpPr>
        <p:grpSpPr>
          <a:xfrm rot="1543630">
            <a:off x="14557293" y="8404738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15364F4-3E24-71EE-6020-167EC4499E4D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C51D3435-4BA1-C608-E4AD-D04DAA614F44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48975DE7-ECFE-975D-63DF-BD0D5515BF86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A5D0A2E-CBCE-7E97-CCB3-749E5DCA9194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570EC0A4-6FDA-5F78-E322-7231C5D4C421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83E3A3C-530F-9EA7-7B86-B33ED514B4EA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B0BF6C-7E4A-31AC-4A11-DC547DDBF56B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58A4A34-7057-6932-5211-C359485C5C9F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91CF25B-B269-B163-55A4-98C37F5E0A0B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10719B7-43C9-3C95-7263-7FADE3B64F5F}"/>
              </a:ext>
            </a:extLst>
          </p:cNvPr>
          <p:cNvGrpSpPr/>
          <p:nvPr/>
        </p:nvGrpSpPr>
        <p:grpSpPr>
          <a:xfrm rot="21011960">
            <a:off x="14384232" y="8423083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DC7B89C-92FB-A546-A4B2-B6F3FD767173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2226EFF8-E890-ED2E-381F-F6C2F461B37F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C1318D2E-5EFA-E60D-DB1D-A121F1DFB1A4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A1B9354-782F-8528-EB7A-994BFD39E53E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E031B60F-307A-8CA1-D205-FDBF43F07B94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A5810F-EBA2-EC80-6CA1-7C38E0190762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084B66-5084-4EEC-FF98-A1E20CD98786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8300EB-8BBF-912C-F0C5-519D830850AF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D92A147-E871-CDD2-7BBE-129B97413E6D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3D079ED-7AB6-BC95-37DC-A755DE8B1A59}"/>
              </a:ext>
            </a:extLst>
          </p:cNvPr>
          <p:cNvGrpSpPr/>
          <p:nvPr/>
        </p:nvGrpSpPr>
        <p:grpSpPr>
          <a:xfrm rot="862250">
            <a:off x="13654504" y="829061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2A1583-41DA-74E7-4D6B-BF5CED5B1D92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69FE7E04-BB02-068C-094F-D049A1431AC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B4711F0B-C515-DD59-0A48-305833333030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87DA4CD-0DF8-7CB9-F26E-D6C1A32866B2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02F77149-4951-4DA8-86FC-C1FCA368076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2D5B72-9FBB-3420-7B55-BACE8B28DA45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A25847-93E7-19A2-B672-7D8B65F56CE5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59BAE2-9BA7-A201-25E0-37B85A889433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1CDF62-CC9C-BE62-2F92-B712137CB60B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81A9427-AF9E-7607-5EE2-E83AFBB19C67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E5C8D284-E865-DC33-0575-295C65D3405A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02CC78DC-4ACB-4836-3CD0-7F8EB970B318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431340A-35FE-AFA9-97EF-82F3DD5A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8718B01-0CA1-9BC4-2A0D-D7612561FB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3A4960AA-E586-1674-A963-5456BB420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9398743-6548-3704-02DA-F6721B893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3DA7C4A-0736-797C-56E0-161D7464F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72C1FA3E-6C3C-B51F-AD9F-9E381C0C3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340ACE-DD92-3CE5-81FD-F61D7CF7D4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5664917-2DD1-E53F-BC60-3BA501E8C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E27030CF-3139-5462-18E1-70E1B29158D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34E7DC6-7B71-C922-2158-89799235B9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A95250D-6290-940B-F75E-221C0AC1D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F5B73AE8-C9B8-E42B-7A31-1A30D89E9DB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810456B-8605-0F1A-225D-D2D998A58C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6F71E8C-2E6C-E660-847A-60D4FFCEF71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456BBD82-D018-3DBE-6974-CBABE06E0FD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55D5B33-F522-2700-E8D2-20F818A11B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D0F20A22-4430-75FF-FA87-05AD019DA5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42C6F01-6361-70E1-56A2-5B9B30B47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A8B1868-80F8-589A-0DCE-7E648E62FC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D8C7EDC9-DE9F-DD4A-CA09-BBE53B2B8B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7152AD8-ED08-4F0D-6D5C-2620A4F75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F26E6736-CFF9-CD9A-5711-3B947DDB4627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A8A7D5B-B947-F2FA-219A-D95C1292B6C8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1B48B4F-A90C-35AD-189E-DAD59976342A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396F944-DCD6-FC23-55EA-83216C208122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D405495-A2D4-FC49-E1CF-018FCC630A14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E244375-C4C2-6165-2210-5E37C58D4105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2DCF0F69-E59A-72F8-9720-2FCA57028A06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64EB410-D4DE-41D3-DDF2-E03F2E1281C3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D44E736D-09B2-BF7F-50C6-9AE095183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BA05548-8D56-5830-0088-5E47C4509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C3A91BCC-A476-719F-6226-56289F7D0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E22008C-9D5A-A474-2BCA-8C384AA24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63050DA6-1A6A-7F50-A88E-16D45281E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7FCA0A47-0AFF-E757-DAA7-A80F33821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E89EC4E-9C7A-28C0-4323-8016CD528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F3F8EAE-37AA-D2AE-8FE9-02E8F1B658C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70D33F6-32DA-08A5-BB50-97F4EFD37365}"/>
                </a:ext>
              </a:extLst>
            </p:cNvPr>
            <p:cNvGrpSpPr/>
            <p:nvPr/>
          </p:nvGrpSpPr>
          <p:grpSpPr>
            <a:xfrm rot="5400000">
              <a:off x="5657399" y="2137207"/>
              <a:ext cx="3380437" cy="4082908"/>
              <a:chOff x="664813" y="5128260"/>
              <a:chExt cx="4176000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B65FA96F-4091-E25D-8D84-16E2F858F9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D783DEF3-8333-44FB-F33A-CF6A4B2379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86E5B5B-1B8E-2433-04F8-C9702A9844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486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A195566-196E-8598-7F65-D20B4EEB2E2D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75DE8A6-2D5D-6400-3950-B69EEEF846BE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0510494-2690-2CE7-048F-E9E3380FB1A8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9B860EE-1671-B622-CCC0-C372A1F5A6C9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DF781CA-5050-DAB3-5D09-5E5135A3D0B1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8E32BE75-AA82-F891-5B57-618AE6BBB20C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1FDAD5FC-841E-9E39-1EE7-7066BB2034D0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6FC9AF5-97EE-EFB0-CD67-D831CC9DF2D4}"/>
              </a:ext>
            </a:extLst>
          </p:cNvPr>
          <p:cNvGrpSpPr/>
          <p:nvPr/>
        </p:nvGrpSpPr>
        <p:grpSpPr>
          <a:xfrm>
            <a:off x="-5073687" y="804707"/>
            <a:ext cx="4266083" cy="5308561"/>
            <a:chOff x="-1681703" y="841616"/>
            <a:chExt cx="4266083" cy="5308561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EF0CF08-6D52-69D9-A45F-F47F81D05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568" y="1717948"/>
              <a:ext cx="846132" cy="69427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5F0C375-568A-76BA-DFF9-36FBF2BC2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414" y="2840896"/>
              <a:ext cx="953011" cy="24066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6F3C006-9D70-5BA6-2505-507CE263D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4414" y="3798496"/>
              <a:ext cx="1012542" cy="17342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49023FE-2843-A1FF-CA2C-6A1919BAF7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1531" y="4534235"/>
              <a:ext cx="836319" cy="578309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CC7B897-A8BC-F002-8FD0-09EE50CB39DB}"/>
                </a:ext>
              </a:extLst>
            </p:cNvPr>
            <p:cNvSpPr/>
            <p:nvPr/>
          </p:nvSpPr>
          <p:spPr>
            <a:xfrm flipH="1">
              <a:off x="-1681703" y="2223410"/>
              <a:ext cx="2626271" cy="2596911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01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8A2A047-26A7-D4C3-7491-E46EEF6CD186}"/>
                </a:ext>
              </a:extLst>
            </p:cNvPr>
            <p:cNvSpPr/>
            <p:nvPr/>
          </p:nvSpPr>
          <p:spPr>
            <a:xfrm flipH="1">
              <a:off x="-1432700" y="2483101"/>
              <a:ext cx="2101017" cy="2077529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01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B86CBA94-A228-B654-B805-305A282D0622}"/>
                </a:ext>
              </a:extLst>
            </p:cNvPr>
            <p:cNvSpPr/>
            <p:nvPr/>
          </p:nvSpPr>
          <p:spPr>
            <a:xfrm flipH="1">
              <a:off x="2059126" y="3713224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660A432F-461A-A167-AF7C-26EF6F295CEB}"/>
                </a:ext>
              </a:extLst>
            </p:cNvPr>
            <p:cNvSpPr/>
            <p:nvPr/>
          </p:nvSpPr>
          <p:spPr>
            <a:xfrm flipH="1">
              <a:off x="2111651" y="3765162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6FC51078-1F54-7452-FD6B-42FEFFB1ABDD}"/>
                </a:ext>
              </a:extLst>
            </p:cNvPr>
            <p:cNvSpPr/>
            <p:nvPr/>
          </p:nvSpPr>
          <p:spPr>
            <a:xfrm flipH="1">
              <a:off x="2007955" y="2581205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A680063-0856-FBEC-BD01-3DE90D220F47}"/>
                </a:ext>
              </a:extLst>
            </p:cNvPr>
            <p:cNvSpPr/>
            <p:nvPr/>
          </p:nvSpPr>
          <p:spPr>
            <a:xfrm flipH="1">
              <a:off x="2060480" y="2633143"/>
              <a:ext cx="420204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F48C29C-C661-49FA-83FE-5D9B85A644E7}"/>
                </a:ext>
              </a:extLst>
            </p:cNvPr>
            <p:cNvSpPr/>
            <p:nvPr/>
          </p:nvSpPr>
          <p:spPr>
            <a:xfrm flipH="1">
              <a:off x="1527158" y="1466867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B7E8E21B-B17A-15BC-74DB-739B5B844B23}"/>
                </a:ext>
              </a:extLst>
            </p:cNvPr>
            <p:cNvSpPr/>
            <p:nvPr/>
          </p:nvSpPr>
          <p:spPr>
            <a:xfrm flipH="1">
              <a:off x="1579683" y="1518805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724F61F5-8BAD-943B-A7A5-8524F393D482}"/>
                </a:ext>
              </a:extLst>
            </p:cNvPr>
            <p:cNvSpPr/>
            <p:nvPr/>
          </p:nvSpPr>
          <p:spPr>
            <a:xfrm flipH="1">
              <a:off x="560581" y="5630795"/>
              <a:ext cx="52525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9D23E5E5-07B8-2527-39E3-1206056A2641}"/>
                </a:ext>
              </a:extLst>
            </p:cNvPr>
            <p:cNvSpPr/>
            <p:nvPr/>
          </p:nvSpPr>
          <p:spPr>
            <a:xfrm flipH="1">
              <a:off x="613106" y="5682733"/>
              <a:ext cx="420204" cy="415506"/>
            </a:xfrm>
            <a:prstGeom prst="ellipse">
              <a:avLst/>
            </a:prstGeom>
            <a:solidFill>
              <a:srgbClr val="00B0F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C8F0837-76CF-3339-4596-366956CE4D6A}"/>
                </a:ext>
              </a:extLst>
            </p:cNvPr>
            <p:cNvSpPr/>
            <p:nvPr/>
          </p:nvSpPr>
          <p:spPr>
            <a:xfrm flipH="1">
              <a:off x="1586711" y="4838178"/>
              <a:ext cx="522024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507B357D-0976-3598-9DAD-EF3550068130}"/>
                </a:ext>
              </a:extLst>
            </p:cNvPr>
            <p:cNvSpPr/>
            <p:nvPr/>
          </p:nvSpPr>
          <p:spPr>
            <a:xfrm flipH="1">
              <a:off x="1637622" y="4890116"/>
              <a:ext cx="420203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86FD586A-69B1-A9A0-4E7C-03EADFA2722E}"/>
                </a:ext>
              </a:extLst>
            </p:cNvPr>
            <p:cNvSpPr/>
            <p:nvPr/>
          </p:nvSpPr>
          <p:spPr>
            <a:xfrm flipH="1">
              <a:off x="431429" y="841616"/>
              <a:ext cx="547729" cy="519382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5000"/>
                  </a:sysClr>
                </a:gs>
              </a:gsLst>
              <a:lin ang="2700000" scaled="1"/>
            </a:gradFill>
            <a:ln w="28575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7FBAD16E-7DEE-C386-346D-DEE3C7D6A9EE}"/>
                </a:ext>
              </a:extLst>
            </p:cNvPr>
            <p:cNvSpPr/>
            <p:nvPr/>
          </p:nvSpPr>
          <p:spPr>
            <a:xfrm flipH="1">
              <a:off x="495192" y="893554"/>
              <a:ext cx="420203" cy="415506"/>
            </a:xfrm>
            <a:prstGeom prst="ellipse">
              <a:avLst/>
            </a:prstGeom>
            <a:solidFill>
              <a:srgbClr val="0082B0"/>
            </a:solidFill>
            <a:ln w="28575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370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22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23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577D-FBDF-7214-E669-FC8BF6A7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2B084369-917E-F52F-4219-AABA37233537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EFF0A-362F-4D58-E61A-082F571DFA23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64D272A-5517-7002-387E-2F7B93E33D95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698FE4F-60C8-9AAA-C3B2-3D5461D69C3D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3467C71C-F21E-3635-299B-831DA26ED01E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ECCACE1E-8BB8-A63C-917C-E9924B66D752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7895616-2713-E2D5-3B3E-884F0BDDC6EC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EA5B650C-19CA-2E48-C4AB-19F0925D557A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19E013D-9371-6033-862D-436FE2D6E6FB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958ABAF-BD8C-7679-3114-1975A8441D2A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57349C9-CCAE-46E4-FCA5-5D41320381F0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E1DC2A-300A-A9F4-B386-1D5136451E02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711BCB7-585A-6A5D-0E8B-58D2813DF8FA}"/>
              </a:ext>
            </a:extLst>
          </p:cNvPr>
          <p:cNvGrpSpPr/>
          <p:nvPr/>
        </p:nvGrpSpPr>
        <p:grpSpPr>
          <a:xfrm rot="21011960">
            <a:off x="13528436" y="-701992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0B39098-D66F-C91D-BD40-D7667EE89987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B774771D-3758-2F5C-97F9-F0E2E83D6D0C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683F5BF2-BFD8-AAE4-0E08-AE33810E2541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F8539E7-4F51-DB92-E329-53D0BF35F221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4670866A-ED3F-9B65-46C0-3470AFDDDF0A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ADDBD5-35C9-DD25-44D4-879101D83C03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49CFBF-C600-DA10-0879-8CE8D6233442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E892C6-E7B6-3B6A-3EFA-4BE22276EF57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6B19D6-C9B5-1D52-0B4E-33D360E68BAA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0E893B8-65C5-589B-CA44-3FE3C3408774}"/>
              </a:ext>
            </a:extLst>
          </p:cNvPr>
          <p:cNvGrpSpPr/>
          <p:nvPr/>
        </p:nvGrpSpPr>
        <p:grpSpPr>
          <a:xfrm rot="1543630">
            <a:off x="13819489" y="7480522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57F4029-DEB2-09DB-1DDF-56E460818F22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4366E1A2-58DA-D6D4-E61F-EF45020ED22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F63F282E-89B3-6AD0-E27A-EEEBC803061B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5A978BA-4B2F-A454-C700-B6F740F8ADE9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D0C1D4E8-B691-0650-F9DD-E22B7ADD9444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976563C-980D-C6CA-E0FA-E4472FA571A4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95EB5AF-1041-0CB7-F012-E2E1746E3D25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C9F8F8A-307A-3F03-5B8F-A591F4EC50B4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D8FDD0-D747-3226-A839-C0A236088A3A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F645053-798A-67BE-A18B-688DF6959378}"/>
              </a:ext>
            </a:extLst>
          </p:cNvPr>
          <p:cNvGrpSpPr/>
          <p:nvPr/>
        </p:nvGrpSpPr>
        <p:grpSpPr>
          <a:xfrm rot="20139071">
            <a:off x="13819489" y="7480522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5A39602-6E2F-02D0-CB85-F2FE0F085333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03BACDF8-2D21-3985-2EAA-A3EBC39C5EC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B8175E9F-C41F-83EB-DE48-ACBEFD4F5ED5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AB2274D-FF63-0CFE-241B-3FCAAFCBEDF1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A45AD783-63C5-B295-095D-8DD49F99AFB9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2C3909-A3F9-574E-2C7D-E1D317FF7F0B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6C02A49-9957-7800-BACB-E73D43B70ECE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414D7F5-27B0-D6F4-332A-E20952252827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DB8D68-C42C-BD1E-3339-EF428A3AF9DE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D1385DB-64DE-084A-5467-CA1F28AD90C1}"/>
              </a:ext>
            </a:extLst>
          </p:cNvPr>
          <p:cNvGrpSpPr/>
          <p:nvPr/>
        </p:nvGrpSpPr>
        <p:grpSpPr>
          <a:xfrm rot="21077316">
            <a:off x="13819489" y="7480522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469B75F-A505-B232-D72A-27DED493DBE0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58099594-8577-4400-1B9F-F0255E0D37E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5A38EBCD-3E64-5CD0-F201-4996DB293DD0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86A0618-DE90-BA30-6FDD-8E26A17EB732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E21046FD-27A9-9E38-EF75-5D9EF4146E2D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E7F9A74-57D2-C8C7-8511-5FBA8676439D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4A5F68-D06D-42D5-3024-A2A6D11DBB47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7A08183-4C3C-6232-DBCA-42DB0CB8BD80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6B9EEB-8067-CC69-D67B-C28F18968E9E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944E730-91A6-8598-C43B-63232EBD5BD5}"/>
              </a:ext>
            </a:extLst>
          </p:cNvPr>
          <p:cNvGrpSpPr/>
          <p:nvPr/>
        </p:nvGrpSpPr>
        <p:grpSpPr>
          <a:xfrm rot="263290">
            <a:off x="13819489" y="7480522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AD2EECE-937D-0E58-747D-A4A1E4445872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159ED091-6CFD-A886-A496-E3F179B0C13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F9F5C8EA-1F23-F6AE-2989-F1150624575A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16B00E8-7428-FDF7-5816-017ADEED6E7A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C5746292-F231-6187-C07E-F92B3AA404CC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453BBC1-332E-34E2-3101-6FF4252C94E2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D7D41BB-4C5F-B189-A1DC-C77C76347AEE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6A40FFD-E0F5-B4BB-7196-CA40A739EBE0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948BE93-EF79-063B-08A5-969C9F238AE9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AE364F6-91B3-D168-F0A1-5242D73D92A1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2AA4A40D-D133-D2EC-C0AB-E4494D96DC01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288CE557-6034-CC11-BF5E-1B41A9DB5AA0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09048B1-3060-381F-0A73-56524EED3F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A6BA11B-A661-9392-0E1E-9462B549C9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8F8F1916-A139-20D1-B4C1-26C693151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F5767E9-F295-F49D-64D8-9AC6A5B49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096BE5D-45C2-74AC-CEB3-0ED1126059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CC631B68-7BF8-94B9-524D-1E48D80214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3E21F19-AB6B-F4FD-064D-D88414630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0C6FC7D-435E-92BE-ECCD-0DE255A8D9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02DCF170-F7B8-87F8-AF1F-765787071C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599311F-46CE-533C-AFEE-158B6876C4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37A3F27-7D2E-CE2E-422A-580C0070E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D437B372-4BDB-EA45-B7A6-05333A870E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3A35A8C-B3C9-B7E3-D692-B9BA7BD1A5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A40B115-8B06-D8E3-FFD8-94DECF491596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4D902DDB-E9D1-7072-7361-27824001A4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3A3E398-1B5F-3444-963C-BAE30753C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4178A1EC-58C1-752D-476E-311445D58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1D6E91D-3B5C-9B52-F209-5584DC909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FEF7AD2-325E-420B-E087-B48A0BD8E3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3918DADE-23E8-7431-6B19-9C349C708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66B6230-9253-4AE5-07F2-70275FC491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5C0DEB62-912D-489C-7FE5-62838B01B8D4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7087618-2A54-3C53-56FF-429C670B7B98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6D871E9-B3F8-E9F0-5065-C81A7C2D0E8D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48EED7E-4CB4-FBBC-E84A-B9A8C4D4705F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8B0FE39-3BE1-CA4E-0C3B-640448D984A2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B9D889E-D5E1-35A1-9EF8-00D82ED3BD33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47CAC68E-8C67-DFF8-8AE0-803EC907AAFA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83F4476-9783-AF63-31B3-0D04746F5AEA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B30A0E80-D47F-A994-F860-88CE0D9638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743B182-CC1B-9D5D-33CF-A206BF2E8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2292DA1-3ED7-3EBB-575F-5D6A876402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B12122F1-C791-8F7F-2C35-7B828F37D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6B047B64-548B-1FED-2EC6-6651B64CF3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18F128D9-F791-39DE-6634-FAAC06F1F0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63A5E3D0-DD6F-D31F-DC3C-A15FED195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3A16AC7-B9E3-B6A2-4C5E-5CBCB6DCF2B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ADE8D54-6C3D-BA50-E3C1-4C0877203994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2A4F0377-9620-B61B-12F0-222ECE5E2B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ADF6FDC3-6F60-44A4-0DBE-A4599DB2E8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FA56DDA4-66BF-4BAB-2769-FBCBB5F52F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D6BE8AC-CD2E-E0F4-1431-6731FCF9E72A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7DB3828-2691-668A-1C78-6FE9CF140017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8648A61-1736-AC81-7732-3929AC5D777B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FD6F2AD-50BC-C7E2-EE03-534FB3FAD5A5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6CF79E2-C629-F3BE-F804-E60106493444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6F58BDB9-F486-1B99-20DB-43FC07CB1187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9D46AD4F-3B5D-5E4B-3E86-CF22CD6AE4A9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36A9A-62A8-0978-7BBD-47E8E5A8B8F3}"/>
              </a:ext>
            </a:extLst>
          </p:cNvPr>
          <p:cNvSpPr txBox="1"/>
          <p:nvPr/>
        </p:nvSpPr>
        <p:spPr>
          <a:xfrm>
            <a:off x="2101295" y="2959237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10.10.10.1 – 10.10.10.62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20106-2D31-F78F-F618-82C5534573EF}"/>
              </a:ext>
            </a:extLst>
          </p:cNvPr>
          <p:cNvSpPr txBox="1"/>
          <p:nvPr/>
        </p:nvSpPr>
        <p:spPr>
          <a:xfrm>
            <a:off x="2101295" y="397631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10.10.10.63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14764-6FBF-4DAE-B52C-A6B64F007665}"/>
              </a:ext>
            </a:extLst>
          </p:cNvPr>
          <p:cNvSpPr txBox="1"/>
          <p:nvPr/>
        </p:nvSpPr>
        <p:spPr>
          <a:xfrm>
            <a:off x="2101295" y="496799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10.10.10.1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4B6E0-4204-79F4-A3C5-7778148E1D26}"/>
              </a:ext>
            </a:extLst>
          </p:cNvPr>
          <p:cNvSpPr txBox="1"/>
          <p:nvPr/>
        </p:nvSpPr>
        <p:spPr>
          <a:xfrm>
            <a:off x="1329365" y="2536421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Range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195EB-4B65-D7AA-27F2-C52267A547BA}"/>
              </a:ext>
            </a:extLst>
          </p:cNvPr>
          <p:cNvSpPr txBox="1"/>
          <p:nvPr/>
        </p:nvSpPr>
        <p:spPr>
          <a:xfrm>
            <a:off x="1329365" y="3553503"/>
            <a:ext cx="1495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Broadcast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7AFAD-1154-BB96-ED46-D9935F076E42}"/>
              </a:ext>
            </a:extLst>
          </p:cNvPr>
          <p:cNvSpPr txBox="1"/>
          <p:nvPr/>
        </p:nvSpPr>
        <p:spPr>
          <a:xfrm>
            <a:off x="1329365" y="4545185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Gateway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8C550E-359D-03D6-CF4B-9635FE8BD7CF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Office Users</a:t>
            </a:r>
          </a:p>
        </p:txBody>
      </p:sp>
    </p:spTree>
    <p:extLst>
      <p:ext uri="{BB962C8B-B14F-4D97-AF65-F5344CB8AC3E}">
        <p14:creationId xmlns:p14="http://schemas.microsoft.com/office/powerpoint/2010/main" val="4154518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8D61-94F5-10E2-F3C1-708C8170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BFDA2344-103F-D07C-D45E-9BFCD064AD4C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81627-6B2B-EF75-7076-2D96813F47DB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79C58C-6A92-7643-E283-29F5802460E3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4E27CE3-77B0-7931-9C97-20AE8CD913FB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4BD7ADCD-A085-02E6-74A2-7829B0E819C4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D392C620-A2B4-2A40-20BD-8055BAB9044D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E6E040-0FD2-E26B-2682-EB58C33FEA5E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31FB6FD5-6AA6-EDC1-7C9F-C2BCBE865E2E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CE12E4-5714-77C8-60CA-9F61B6BA3E16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744F67-193D-86AF-B3FD-A76C3554E174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A974B5-A0BB-4E4F-10D4-CD3FF710C1ED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60435D-E9BC-CBEE-06E2-6AB6E256D2DE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096E3AC-3E7E-7E42-3B8B-829C6B39A232}"/>
              </a:ext>
            </a:extLst>
          </p:cNvPr>
          <p:cNvGrpSpPr/>
          <p:nvPr/>
        </p:nvGrpSpPr>
        <p:grpSpPr>
          <a:xfrm rot="21011960">
            <a:off x="8985633" y="2402927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1D8CDB9-0C03-05F7-5F84-32991990E94E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1F12EF7F-8D97-DF99-9E83-5D2CA91406A2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612EA2EC-0AD6-C031-3B81-1BF33F76E1FE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6579D1B-75BC-3AC3-9875-DC17AA7946D1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37BC35A9-9AA5-C445-0C76-CE5F604E0510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115A861-A675-5890-0893-5A4930AAEDD0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EFC33F3-2AB9-626D-D677-5A75F770B864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FDF40B-1C5A-A864-1CCB-B5DA4F04D37E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FEB2288-4C46-BBFE-F652-A8E569E56451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70FBC74-3561-6EBF-343D-8F14101A942A}"/>
              </a:ext>
            </a:extLst>
          </p:cNvPr>
          <p:cNvGrpSpPr/>
          <p:nvPr/>
        </p:nvGrpSpPr>
        <p:grpSpPr>
          <a:xfrm rot="1543630">
            <a:off x="14354874" y="-2771155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60455ED-EAAF-D05F-7984-AEBF84328520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DC3DFE69-FB9D-375E-7807-B067056F1E86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7BA30FD1-1BB1-E5E1-A33D-0621623B7C54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CF36862-05EE-7C51-8C14-32C4B6DFD76A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E7B20F92-8A7E-EEFF-33D9-381AF1457A8C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D54844F-A2DF-A8EF-7809-650748CCF9EA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D07DD2-F5F8-9586-4D5A-9CDEE3472286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BCEA18-58E5-B72E-D1AA-E3093868CAA7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FEE7892-282E-38EB-C04F-9B6C09D34259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11A45DC-A258-2D00-B757-311408C24AE8}"/>
              </a:ext>
            </a:extLst>
          </p:cNvPr>
          <p:cNvGrpSpPr/>
          <p:nvPr/>
        </p:nvGrpSpPr>
        <p:grpSpPr>
          <a:xfrm rot="20139071">
            <a:off x="3189011" y="8244789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23E3923-08CE-6C3B-0147-79C112FE6DE8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7A5AA70F-1C1E-FE0E-296E-E47AB9FE053B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D7DFC98B-AE36-0F74-4729-B77EB71BFA0F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5BB93E-31E0-AB93-922D-3A3A46F3FDC4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422F15BF-57FB-E999-A2BD-4155DCBF2116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39755C3-EB48-1B5F-A72C-2C30AB79F149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11775CC-CF66-441B-CC48-1B336AC4D382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9212A35-0CDF-508E-6707-30175E68B3A2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227FDF3-5AF8-6706-C2FB-EE862E6BCC63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5FA1E3F-2AE0-61A6-C551-1FD79B0AFAFB}"/>
              </a:ext>
            </a:extLst>
          </p:cNvPr>
          <p:cNvGrpSpPr/>
          <p:nvPr/>
        </p:nvGrpSpPr>
        <p:grpSpPr>
          <a:xfrm rot="21077316">
            <a:off x="9544835" y="8307817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D0510C8-DDDE-81FB-CC1D-7F921DACC081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FBC9632B-C747-6039-C417-D580527785B6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A0B051A7-B636-267D-F4DB-894CDF4875B2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7E70FAE-3956-D0B8-CD6F-C71DA7615CCD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FB62626D-9251-7B1E-E82F-81B81622462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5512CB7-91E6-BE70-2E84-9EF99DA0601E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3C7593F-9CD4-2234-DFEA-BCBCF00CD2DB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C05B6BE-D6EC-337D-E254-A685C1FF8916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63BB818-7762-144A-C0F4-8781B1B54AA0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E7702CD-7BB8-3625-4861-47934A76B9B2}"/>
              </a:ext>
            </a:extLst>
          </p:cNvPr>
          <p:cNvGrpSpPr/>
          <p:nvPr/>
        </p:nvGrpSpPr>
        <p:grpSpPr>
          <a:xfrm rot="263290">
            <a:off x="14059280" y="2420020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74E4F14-A6F8-578C-F022-34992BBD471B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75FA2681-E769-E452-D82A-62FB92746AA8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122B9A12-2602-1D74-7BEC-087A694B5601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D40A22F-CFF3-34D1-670C-C6760C541FDF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4FB72A04-062E-CB26-1C60-20A0AA31B7E9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F5F3715-2FF3-0EE9-ADFC-CEC974D9F251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F6F575B-433D-872D-DE60-E5F09B6936B2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252A380-CF70-89B1-A8A4-A0A4875A09EA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08C3C89-235F-DCE6-CCDC-E8E880CB22B1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272E339-1D3C-7E82-D776-3CA0E5AA65DD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A21199AD-16BD-E5AF-B0BA-C359998448EE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81635F01-8EE1-C507-6EE7-1FA957B5421E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BDDD54D-3428-C5A1-1B51-9F444F582E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B0FFB0-5A9F-B30C-85C4-4956B66357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D5A83EBD-3528-375C-579F-9F69D42D5B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E8738C1-B72E-09C3-BFF3-E9E054723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B1D75FC-611C-A6B9-14D6-DF654AF0BA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5FA9F7AA-50AC-B0B6-F476-86E031F2D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1BFECAE-4CCC-A5DA-C88A-2658782756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ECE939D-D694-6A08-A795-F9FBEB9749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D2FE7C98-F74D-413A-ABAA-AFB56B7D7CF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7552338-B7CE-1775-DC65-D2E8B17E8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64D04E6-6ECB-08A5-197F-326626B75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ECEFDA79-C42B-2254-C5CA-97AB7F5BFB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632388E-A9C9-08D3-D902-07F274602A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498416F-17EF-ACF5-8CF9-139F1B445252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0184A354-D913-D104-3EA4-683D84199EE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0B02A18-4EF6-3DCA-3C86-D8E2AEE39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F1DAE2A8-D882-69A3-5C81-8631DD512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A3C9540-666A-7F78-D9B5-E7DE4A59B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E823BA1-1DB5-A4F2-52EC-27B34EFFF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D8C175AC-2406-1994-44C8-5FCC624ED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131108D-3DB0-FAD7-36B2-02E1A05A27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A98D9373-A3B8-034A-5B35-910147DF0BF7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1FDD629-5F68-3621-1D27-9508F638EBE8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AD04BBC-39AD-3616-F3AB-086908445FA9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AD94D26-FDA9-B655-E3D2-D15BC33403A3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40A4E99-0F7D-223A-C263-B38244C182DA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140E6A7-D86E-0C02-E57E-9D70DEA0296C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7ECE65BE-E026-26D1-A77A-6B075CFC01BA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0F2E6E1-70A9-C806-AC94-198DBD7B5920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F1D64C5-2AD9-2489-BD51-F2864D95F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D29FCD1F-F1A5-B6C0-5917-109021AD0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CC06387-7259-A8C6-FE31-D576B46052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436CDEE5-9418-25C3-DBE6-8E97819E9F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3B6B8740-C55C-E75B-4158-B588A2DCF5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B8C6026-0DB9-10E2-D5E4-A1E6CBE2C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5EDF364E-8E77-23A6-0606-83B0D7238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67CD8C4-2919-E084-0B26-23CA3737D1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35153530-D20D-1FB1-9C5B-90BBE8A1F0A5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4223992-56EF-2CF6-EC85-94F5BE6DED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A808FAEA-1845-502C-38AF-C98B475DAF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3457DE8-385C-C178-52DD-CAC4BCE657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9AC04EA-1684-2CA6-D5C9-DD442074DC5C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F9C7290-CD43-B910-8BCF-B14F7956446C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210F561-0B97-DB00-D024-E711704C86EF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785F171-939C-76A0-8828-C8855DB6ABDD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698F24A-3B49-8E05-BF38-34915BAEB4BC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VPN</a:t>
            </a:r>
            <a:endParaRPr lang="fa-IR">
              <a:solidFill>
                <a:schemeClr val="tx1"/>
              </a:solidFill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1C569367-EEF6-D55E-14E4-D740F1B9C9C8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0CDEAA21-6D5D-FF0F-13A3-6123E51E0194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F3C00-8BB7-E108-E50B-2954704DFC45}"/>
              </a:ext>
            </a:extLst>
          </p:cNvPr>
          <p:cNvSpPr txBox="1"/>
          <p:nvPr/>
        </p:nvSpPr>
        <p:spPr>
          <a:xfrm>
            <a:off x="1896127" y="2959237"/>
            <a:ext cx="3105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10.10.20.1 – 10.10.20.126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B28E1B-EC58-66FF-FC5D-3B194C65FE8F}"/>
              </a:ext>
            </a:extLst>
          </p:cNvPr>
          <p:cNvSpPr txBox="1"/>
          <p:nvPr/>
        </p:nvSpPr>
        <p:spPr>
          <a:xfrm>
            <a:off x="2101295" y="397631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10.10.20.127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6383D-AB66-397E-8C89-5C925038B6FA}"/>
              </a:ext>
            </a:extLst>
          </p:cNvPr>
          <p:cNvSpPr txBox="1"/>
          <p:nvPr/>
        </p:nvSpPr>
        <p:spPr>
          <a:xfrm>
            <a:off x="2101295" y="496799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10.10.20.1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CD1D0-CA82-9FF7-B961-C6483260B8F5}"/>
              </a:ext>
            </a:extLst>
          </p:cNvPr>
          <p:cNvSpPr txBox="1"/>
          <p:nvPr/>
        </p:nvSpPr>
        <p:spPr>
          <a:xfrm>
            <a:off x="1329365" y="2536421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Range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33C2E-C4C3-4A43-2612-1CF1ECF6D8AD}"/>
              </a:ext>
            </a:extLst>
          </p:cNvPr>
          <p:cNvSpPr txBox="1"/>
          <p:nvPr/>
        </p:nvSpPr>
        <p:spPr>
          <a:xfrm>
            <a:off x="1329365" y="3553503"/>
            <a:ext cx="1495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Broadcast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028C13-5822-F75F-810F-449768E5E50B}"/>
              </a:ext>
            </a:extLst>
          </p:cNvPr>
          <p:cNvSpPr txBox="1"/>
          <p:nvPr/>
        </p:nvSpPr>
        <p:spPr>
          <a:xfrm>
            <a:off x="1329365" y="4545185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Gateway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300B61-86FA-6B1F-CA6C-E046F2193BFF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Office Users</a:t>
            </a:r>
          </a:p>
        </p:txBody>
      </p:sp>
    </p:spTree>
    <p:extLst>
      <p:ext uri="{BB962C8B-B14F-4D97-AF65-F5344CB8AC3E}">
        <p14:creationId xmlns:p14="http://schemas.microsoft.com/office/powerpoint/2010/main" val="2111570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2879-C64C-7089-8EEF-476C1A34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505CF0A1-C65A-5C33-A459-5FA0FA16B3CA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E9733-5394-B99A-AA00-7915FADA73D7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370EBB9-F899-2363-07F6-DDA7FC8C3C45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FFDC94D-9040-7F98-9A5F-91981FDAE1A5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2350D453-32E6-0B20-09F5-42EAD1B745F5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698CBCCB-42E4-41FD-0622-8867FFE40954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36683C5-9A13-CE62-F209-FEC442658693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84E7C194-BDF6-3F57-41CC-87C6D760AE4A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A13504-D8BC-FB0B-9C74-D1D9B3828539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B31366-99FD-3529-2F18-D1DA77A36092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3D4CAA-5021-C417-9B39-D11F1530869E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ED0A1B-E851-B994-6840-9EC9C316516B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D06D4A4-10D3-0386-2449-CA5B65D15975}"/>
              </a:ext>
            </a:extLst>
          </p:cNvPr>
          <p:cNvGrpSpPr/>
          <p:nvPr/>
        </p:nvGrpSpPr>
        <p:grpSpPr>
          <a:xfrm rot="21011960">
            <a:off x="8985633" y="2402927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C1D26FC-7425-AE47-1F8E-5C96D5741200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6E8DC9D0-30C5-F6A6-0E36-CD989616678A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4ACBB5EE-5384-1EF3-6843-E358A36BBD49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2BE8B29-8855-8CD5-00FE-71C8A486A0F2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A76AB0E6-8F73-BBA3-3650-7FB4B688492A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4D7495-395A-88E2-9AC6-03069FDA744F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5562D6-8724-3540-BB17-0991AF8FEB55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C4377F9-A543-051A-8F2E-562CC90B0390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C499CE-BB2C-480C-4AFA-035E7D071A62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0C8E5EC-F3F2-B4B3-6D69-69754BB12334}"/>
              </a:ext>
            </a:extLst>
          </p:cNvPr>
          <p:cNvGrpSpPr/>
          <p:nvPr/>
        </p:nvGrpSpPr>
        <p:grpSpPr>
          <a:xfrm>
            <a:off x="8955764" y="2211503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1697E1-B4B6-4357-BB82-D8A812494122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8FD5B3DD-DBA0-A65F-74FD-A6C96F7556E2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731EE540-CDC6-E57C-3EBE-F3839FFA086F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A37DD35-446B-ECE8-544A-24F8AB06C42A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6B78841B-5A9D-6931-73FD-03E2471F76D3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A932A86-5860-4BDA-EE7E-8C325A73D8D1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253AA7A-E4B2-02EA-A650-B44CBD6195A5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880D832-5BA9-261D-4199-9C6A1088CA08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D43444-1CBB-81D4-AFDE-D97D24DCA284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66D5CA6-C674-1B72-EEAA-181E276A0A4C}"/>
              </a:ext>
            </a:extLst>
          </p:cNvPr>
          <p:cNvGrpSpPr/>
          <p:nvPr/>
        </p:nvGrpSpPr>
        <p:grpSpPr>
          <a:xfrm rot="19800000">
            <a:off x="3189011" y="8244789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EE429F0-B1BF-F9A8-3B18-567AFE8FA7D5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06EC8F51-D110-2075-E100-DF049470BABB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4910ECF0-7C46-E90C-6695-DD64017308E3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F89F8A4-593C-9808-1ED2-B16492ACE69A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BDE8FF1B-FDE4-BDDA-A872-6E99A0EA6FFF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6B16814-7E64-8ACE-7648-FB935B72010E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3C690FC-72AE-FE78-C676-31FAC3B9F66F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5FBE1F-0DC3-B4D8-F64A-C3AEEED0EEE0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7439B41-A66F-FBCD-D7F5-16D39DDAC84E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6694E62-B8F3-D165-3E1E-4FBEA2D82F2D}"/>
              </a:ext>
            </a:extLst>
          </p:cNvPr>
          <p:cNvGrpSpPr/>
          <p:nvPr/>
        </p:nvGrpSpPr>
        <p:grpSpPr>
          <a:xfrm rot="20700000">
            <a:off x="9544835" y="8307817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7904BC9-A9F6-A3DA-7A0F-25BCF1505F0D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C025624C-A570-62C5-C184-5B746B4C601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3A0F1FC8-9FFF-3BE9-E274-A8AF10D05A18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719AC21-681A-4526-3BE1-47D03B7D96C5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DE881359-4501-D12C-80E5-7D157B9251C6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132B662-528F-294B-DFE0-B3F8CD7E0685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DFE57CD-88CA-8E31-52F5-48CA25F5B772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B88D03C-FD4D-0912-804C-786CF42AAAB7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31EC2CF-D2EB-2541-9E00-6DBBD95A747F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B2C840B-73E4-EC96-0097-4EB029ED7920}"/>
              </a:ext>
            </a:extLst>
          </p:cNvPr>
          <p:cNvGrpSpPr/>
          <p:nvPr/>
        </p:nvGrpSpPr>
        <p:grpSpPr>
          <a:xfrm rot="1800000">
            <a:off x="14059280" y="2420020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BB0C2A6-EF00-5740-F232-152ED96A4081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44363D1F-1D61-266E-8269-9463114C3736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11BFE10E-183C-780B-1C80-744E3B3E9F23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F72AA31-EF29-28F0-4892-EC4898EB0A97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E7CA7136-549A-770F-1488-40872809435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60297AA-83C3-4502-59AF-5138B8892C81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F5FF4DF-DEEA-AB88-01EA-814FB10D6B75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D3B20CB-D718-8DDF-99EA-32DE47B666A3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3013BF3-0EE0-5EAD-35A0-6B942D229152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0A9FD4-D703-AFC4-482F-54AC3DD08570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EE3B712D-89AD-BC86-D9D5-6BCE13421C7B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AF08CC84-9DBE-64B7-417F-F0116779F04C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5574760-63B4-FE5A-D422-175AC4AEA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5AC283F-06A3-0C4A-F2C8-9EDD0A5681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1B2F3956-0F61-FA2D-2978-248AE89A71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B57F3E9-3053-9475-5A88-57C51AAEAB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E7559A2-86DF-1409-4359-94895F1E8A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77EE7751-0CF1-C6AC-0D41-E2F2FC0104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F7E2313-DAEE-5CD8-3BDE-FA2ADAD88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2758D5F-86C0-D244-2E0F-1D7740BBB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D43CB68E-00FB-7FB3-9217-5DADFDA01E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E5CAE34-98B1-437A-A687-12C88A78D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4A72454-036A-3BEC-F8D3-6E6726F91D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57217D15-9A15-2E5B-9D85-8B8C9DE9244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993CE00-8604-A32E-CAA1-CCC76BD54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E9EE0DD-5BDE-C366-486B-6ACEED3621A2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9C03862E-4C4C-0977-8AF3-76779B69EA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198D49E-314E-5280-1628-FCFBB771AA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A5EBD1A5-9BDA-6C75-2DD4-C4A34F0B29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B38D1F4-B17A-8D8D-FF1E-D2AFDC502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75F5EF0-92F8-6E1E-0685-AD00C7D5C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851A38E1-D591-F20A-5B4D-BF1E04E031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EA8E48-D307-3FB0-DA41-C740CAF538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7AFB9D50-6780-7EB2-A857-13CCD532461D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2480B9D-489B-0CD0-32BB-B80920902096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DF2F725-7846-E40C-BFB5-FC10ED41FDF4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41226F4-3C1D-FA90-86B7-DFE9F4120076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4054AC8-2CBD-CD9C-62A0-C907D12DE0C6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B51A45C-E1E1-DF0A-EC8E-2DB8A2DF02CC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EF891F9C-B2B2-3736-7DF2-BE6CC541A17E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E82647E-4AA7-8C90-2466-5AA855AC75A3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3343BCD4-3146-6BC2-CB1C-3BDEC5026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88A91CB-41DF-836D-0C34-89117D1D8F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A8163413-CA05-79BD-3F3C-F47BAE83C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0C398A2-01FB-C700-29CD-0B6A051C82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8F227D0-EFEA-1833-6950-C9F9B81A48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EF6A4D93-9BDF-EC94-9354-18D0336C9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F5B138F-D5CF-EA7E-300E-E9970B2F66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411A8F8-F264-C52F-B15C-582176D84CD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5329FE2-BC54-13B7-059C-F6F4A1A51C19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F1F95AA9-450C-F2A1-E322-5D55650793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A94B7F5-00C6-C77F-66E1-DC8BF191D3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C8BB536F-C04F-2668-D202-4ECC446655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606F72C-7B5F-11FB-8EC8-80C382C90B40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endParaRPr lang="fa-I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1146220-46FF-A370-83A9-CDABDF99C455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endParaRPr lang="fa-I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2A6C9B9-5667-414E-2868-C6B43BFA0167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endParaRPr lang="fa-I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C5F8740-4BC2-67E3-773B-435A6720CECD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337D440-60E6-A339-33A2-9AF75435B819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VPN</a:t>
            </a:r>
            <a:endParaRPr lang="fa-IR">
              <a:solidFill>
                <a:schemeClr val="tx1"/>
              </a:solidFill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9B759E07-D9ED-FBC1-E14C-D4602F19BF33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308133A6-ADD7-552C-8F5B-8AFE8646E103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FEE6C-1F56-1AF8-3A20-F0C8F4869BB5}"/>
              </a:ext>
            </a:extLst>
          </p:cNvPr>
          <p:cNvSpPr txBox="1"/>
          <p:nvPr/>
        </p:nvSpPr>
        <p:spPr>
          <a:xfrm>
            <a:off x="1896127" y="2959237"/>
            <a:ext cx="3105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10.10.30.1 – 10.10.30.30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EAE3E-30EF-C0A9-2F96-D80BAFDDD0F2}"/>
              </a:ext>
            </a:extLst>
          </p:cNvPr>
          <p:cNvSpPr txBox="1"/>
          <p:nvPr/>
        </p:nvSpPr>
        <p:spPr>
          <a:xfrm>
            <a:off x="2101295" y="397631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10.10.30.31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C38A8-9F03-2CBB-4FF8-1863B51FEF96}"/>
              </a:ext>
            </a:extLst>
          </p:cNvPr>
          <p:cNvSpPr txBox="1"/>
          <p:nvPr/>
        </p:nvSpPr>
        <p:spPr>
          <a:xfrm>
            <a:off x="2101295" y="496799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10.10.30.1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95257-187A-CA01-4280-6EFA238BE4B5}"/>
              </a:ext>
            </a:extLst>
          </p:cNvPr>
          <p:cNvSpPr txBox="1"/>
          <p:nvPr/>
        </p:nvSpPr>
        <p:spPr>
          <a:xfrm>
            <a:off x="1329365" y="2536421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Range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D7E30-58AC-39C5-DA24-8D415B007099}"/>
              </a:ext>
            </a:extLst>
          </p:cNvPr>
          <p:cNvSpPr txBox="1"/>
          <p:nvPr/>
        </p:nvSpPr>
        <p:spPr>
          <a:xfrm>
            <a:off x="1329365" y="3553503"/>
            <a:ext cx="1495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Broadcast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DD6539-02AB-5D22-A48B-E72C222507AB}"/>
              </a:ext>
            </a:extLst>
          </p:cNvPr>
          <p:cNvSpPr txBox="1"/>
          <p:nvPr/>
        </p:nvSpPr>
        <p:spPr>
          <a:xfrm>
            <a:off x="1329365" y="4545185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Gateway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048F42-746B-34C7-2EED-0260F334C29C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Office Users</a:t>
            </a:r>
          </a:p>
        </p:txBody>
      </p:sp>
    </p:spTree>
    <p:extLst>
      <p:ext uri="{BB962C8B-B14F-4D97-AF65-F5344CB8AC3E}">
        <p14:creationId xmlns:p14="http://schemas.microsoft.com/office/powerpoint/2010/main" val="3646745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5BB5-629D-895F-C1DA-776AD848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4DBBE544-9417-F880-B08B-557A76CAA1A8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DB433-E7CB-4FE5-65AC-D5411F96D31A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D29F972-8FD9-9963-48AF-7E78F3360C42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65F25C2-7339-6A33-96DF-023F8000C674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F0993348-235E-D71A-8FF1-3E6AF15FBC18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6E67D01C-ED9B-DA97-40F0-12D5927533AE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C33B771-989F-74FB-487E-983411C02EF0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87E55F81-FA5E-F950-63F0-36625A133728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606AA3-49EC-19E6-2869-E0F88FD9CAA5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5E21B2-A78F-889B-4A92-E7DFB14DAD38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388E51-3A59-4D6E-5B2A-13896E442529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7EC2BA-04C7-A590-0558-799D8821B8F9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913F379-ED74-3F4C-AD2E-AD9AF1EF70B0}"/>
              </a:ext>
            </a:extLst>
          </p:cNvPr>
          <p:cNvGrpSpPr/>
          <p:nvPr/>
        </p:nvGrpSpPr>
        <p:grpSpPr>
          <a:xfrm rot="21011960">
            <a:off x="8985633" y="2402927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521138E-F1A1-A0C3-7727-F854E278C0A2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0C2A546E-F2F8-5102-53D8-9940F0AA7BA7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103042F6-BF0A-539E-FD48-4A60DB0540FE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A1A33CF-2633-399E-6040-D1EF31264652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9D7ACEB8-8909-D1BC-F33A-40878A01B49D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0DCD4A-C75C-416C-563B-B820787AF112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85408F-746D-30E2-57EF-85C55CACE741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F84E2B2-EF85-2DDE-D3F5-7DBEF44A1FDB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20B199-FF08-A414-8721-F59274AB1012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4DF544B-70AF-639D-E00B-534623E3E7BD}"/>
              </a:ext>
            </a:extLst>
          </p:cNvPr>
          <p:cNvGrpSpPr/>
          <p:nvPr/>
        </p:nvGrpSpPr>
        <p:grpSpPr>
          <a:xfrm>
            <a:off x="8955764" y="2211503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869D55-ED2C-3D70-1731-F0BA0AFCF199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EE878194-0767-958C-F10D-5F19B1848134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F27B8616-3AE8-50A4-C266-671C48F2623A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61682EE-D0D9-5A29-D25B-BE73FE7F949B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9590A6BC-601D-8CC3-9932-7C1BCDBC63A9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8F9766-7EC6-289C-37A9-65D470BC87EA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72466F-CE82-ABEA-8705-EF93D058DD17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BDEA8C-2137-E06A-1A93-F87A76FEDC53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1C38064-E05D-9077-0307-552BA68C9F6B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BCA3F40-624A-A573-4882-9DA0D4C0260F}"/>
              </a:ext>
            </a:extLst>
          </p:cNvPr>
          <p:cNvGrpSpPr/>
          <p:nvPr/>
        </p:nvGrpSpPr>
        <p:grpSpPr>
          <a:xfrm rot="1800000">
            <a:off x="9030172" y="2161891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5601517-365E-7376-B69E-18EC5E8283A4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CDA821EB-02D1-BDAA-6401-A394A2B1097C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D9BAE4E7-B245-C251-7A8C-DE2EFDBEDA53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F261E0C-1A39-C7F8-4867-002A65F222B0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71788F48-0FEA-3787-F5CA-3988069AF39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F68039-4EBB-5BC9-80E4-65302CFCC7CA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2D9C3A0-C707-1080-A749-1C194D31371A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E109574-AEC2-D666-C9C6-72BA6B3194A4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353144-93E0-A039-31F1-BB260633231A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1B4BB51-1ABD-5EEF-1B89-AD22DF1E0AA2}"/>
              </a:ext>
            </a:extLst>
          </p:cNvPr>
          <p:cNvGrpSpPr/>
          <p:nvPr/>
        </p:nvGrpSpPr>
        <p:grpSpPr>
          <a:xfrm rot="20700000">
            <a:off x="9544835" y="8307817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70CF8B6-55C9-39B7-481C-839E8B6709BB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F4D70A14-A615-ABE1-300F-9ED13BAF1FD6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12973F2F-194F-FCC5-6DA1-DA2F7E12BB1B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52F0F9E-F5CF-B051-A8FB-FD843B82F63E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AB807232-C1AB-01CA-4B6C-0AA9E382EC7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3C6B4D5-ECBB-5CB5-F7AF-BC80E397E99A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406182E-FB14-C7F0-32A1-5708B9B9E647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93C56AA-A0C0-7293-BEEC-65B568270CCC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08BCA2-7DC7-8AA6-DB55-9B5512E8373B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15F73C7-F799-3EAB-084B-21A6FD461AB2}"/>
              </a:ext>
            </a:extLst>
          </p:cNvPr>
          <p:cNvGrpSpPr/>
          <p:nvPr/>
        </p:nvGrpSpPr>
        <p:grpSpPr>
          <a:xfrm rot="1800000">
            <a:off x="14059280" y="2420020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92DC0CD-0535-19AF-C4A7-987BE95AD77A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9E808D94-F800-2C10-B018-17EB2CF9C16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FE6586E6-D425-672F-DEBA-EDC791B95099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D702096-4D49-2988-6BD8-094CBE6E4F80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0C3186B3-708F-5FFC-2B2F-4EA758F350C2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724B658-DAF8-F035-7ECC-9685F4580D20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EFA2CF0-9FA1-9607-49F5-DD890F10E47F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9402714-58B3-AA14-105A-047C3582F5F4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1B762F0-6D7E-529A-6C82-B07C59003AEC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1752278-FF70-C3A4-F529-F09AB9FCF058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57B74C32-3289-D4FB-005F-160B7071ECE8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BEA570B8-81BE-B5F7-04FC-DBDB927D7469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B491144-6F7C-ED78-E54F-37A01E87DD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CC99AFC-E7F8-40B2-E06D-92CE174ED4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68A077C3-4336-2AC2-E079-71CC3F756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C77012B-B1F9-C4BE-BD3A-B98A945FAD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E466C9B-D0B9-FF38-EBCF-8E20DE084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CA1F4CCC-ECA4-AF2C-5E43-74E69885D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EEF66BD-A612-1EE0-90B2-7031259315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890290A-1BC4-D1DD-FF90-40A2FB088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B7716BF1-EA80-44DA-C5E0-8820CA1918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14864B2-79B1-327F-A084-72D8FE0B0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832F116-EBD4-E799-E551-DC8A5EFC3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4D1C38DF-20B6-6206-C492-0DC7EAFEDE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F09D0D5-6334-0210-0D75-DE5396FC3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31FC0AE-79E1-6E85-875B-DDAB8A86B7F5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4C74C53D-EE47-C742-7AED-886FC82534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6121C81-340F-4584-C97E-96A428EF93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EB5979A6-E9C4-A23A-4D7C-A82AD5D939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2DFA805-96F4-F8BB-3110-CABB9E4577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32A927B-E651-1B5C-6296-A1A61837A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68B1474A-FCA2-C093-D935-D7B1EC393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0AEC3B4-3C0E-57FE-B794-C7200ECAFC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FF146FD2-6AAE-838C-8DA1-D3144D2FEF64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99A2234-6CC4-B96D-1CB1-94E7CF102A8B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5A4A330-23A4-5A23-CC79-E86476350DDD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7C202BE-CC25-BC76-58EC-9C54307C42FE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257DB05-B479-5B32-4409-27A011AE84D4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CD509CBE-B094-95DC-AA6C-CFE3AD2BA6DA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768A3339-4FC6-A1A9-0711-61E1C79425A5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062D683-454E-FF7F-F7B2-FFC6723F1FFD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094DDB5A-B8CE-BC0B-3B8E-271A5D9699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4F60565-C1CF-FF07-4B58-F62A0CED7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78FF23A-187A-D9E3-E4D2-A45D41374D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4C3647A6-9F89-DA6C-A078-48D9E69F19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6AF55C93-1071-448F-5530-E47AB5B27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AC1A244C-CFC3-7D93-1E7F-EC21FD12E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DF4BCCDF-5736-C6BD-355F-21729183D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5143EF2-A758-EB16-97C9-B19892C1BE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172AEFA-F6F0-F831-FEA9-9E9A75E2E472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3803E1D-1BCD-3C97-F180-7AF32BBD0D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8F3CA557-EA5B-9168-873F-86036D54E2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6328129E-CC20-4AB4-C3BD-FB2486D45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8891A8F-9F23-7C8E-38EA-51D160E774D7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endParaRPr lang="fa-I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1E7916A-9A74-5639-EEA5-DFE556E6884C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endParaRPr lang="fa-I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AA4A69F-A48D-D045-D6C1-4A1D37659827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CCTV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1F36FF-E427-1516-F2A9-8CDDAE7BE3AA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56F7DD0-8B92-14BC-F01C-70B858F07E67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VPN</a:t>
            </a:r>
            <a:endParaRPr lang="fa-IR">
              <a:solidFill>
                <a:schemeClr val="tx1"/>
              </a:solidFill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D938BFFF-A2E5-351F-F9C0-FBA1BDE6D454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A2195188-5D82-5B88-B752-076F6CE49BA6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90BA4-643F-D9CD-9785-9F8FB5F388FE}"/>
              </a:ext>
            </a:extLst>
          </p:cNvPr>
          <p:cNvSpPr txBox="1"/>
          <p:nvPr/>
        </p:nvSpPr>
        <p:spPr>
          <a:xfrm>
            <a:off x="1896127" y="2959237"/>
            <a:ext cx="3105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10.10.40.1 – 10.10.40.62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10A37-B7AB-556A-CD27-E0B60B1D0308}"/>
              </a:ext>
            </a:extLst>
          </p:cNvPr>
          <p:cNvSpPr txBox="1"/>
          <p:nvPr/>
        </p:nvSpPr>
        <p:spPr>
          <a:xfrm>
            <a:off x="2101295" y="397631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10.10.40.63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3C1A6-0D26-44F4-8710-4550430FB7FA}"/>
              </a:ext>
            </a:extLst>
          </p:cNvPr>
          <p:cNvSpPr txBox="1"/>
          <p:nvPr/>
        </p:nvSpPr>
        <p:spPr>
          <a:xfrm>
            <a:off x="2101295" y="496799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10.10.40.1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18D02-7C65-AEBF-0FF8-B545FF09556C}"/>
              </a:ext>
            </a:extLst>
          </p:cNvPr>
          <p:cNvSpPr txBox="1"/>
          <p:nvPr/>
        </p:nvSpPr>
        <p:spPr>
          <a:xfrm>
            <a:off x="1329365" y="2536421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Range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15702B-3E9F-2840-77FF-D26314660F07}"/>
              </a:ext>
            </a:extLst>
          </p:cNvPr>
          <p:cNvSpPr txBox="1"/>
          <p:nvPr/>
        </p:nvSpPr>
        <p:spPr>
          <a:xfrm>
            <a:off x="1329365" y="3553503"/>
            <a:ext cx="1495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Broadcast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70849-CAD8-B678-07BC-BA06D8C3A252}"/>
              </a:ext>
            </a:extLst>
          </p:cNvPr>
          <p:cNvSpPr txBox="1"/>
          <p:nvPr/>
        </p:nvSpPr>
        <p:spPr>
          <a:xfrm>
            <a:off x="1329365" y="4545185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Gateway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96AF8-AF07-C1B9-C485-65B3929A96FF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Office Users</a:t>
            </a:r>
          </a:p>
        </p:txBody>
      </p:sp>
    </p:spTree>
    <p:extLst>
      <p:ext uri="{BB962C8B-B14F-4D97-AF65-F5344CB8AC3E}">
        <p14:creationId xmlns:p14="http://schemas.microsoft.com/office/powerpoint/2010/main" val="3717806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1CBB-01C2-7CBC-D10E-BC891B17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C154F631-EE31-27C1-B80A-4A914392F766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EAED8-523C-125D-7EED-EC913D29F1E6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8F8851F-D67D-E297-5658-E72D7A88D81A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0F47C21-5709-BE44-0DA6-4C802007A4FE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1145E5BB-2E9F-4A55-B845-3D4FB3B6BE5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B4BAD06A-9F4F-D682-AD79-E4880A6970B1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58BD00F-6435-35C3-2956-759FE7AFAE1D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6DF0E687-0A76-C133-B300-A614BD4C329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49B0B9-413D-89B6-3AC6-F951CEB5D0D2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F8EB70-0299-8D17-8E82-42E01DA32696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1DDE8F-798E-C963-4971-2F304C5C2145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AD61EA-4715-2295-B2A1-C0AD920613DC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440E481-886F-9B2D-819E-56E88DCEE77B}"/>
              </a:ext>
            </a:extLst>
          </p:cNvPr>
          <p:cNvGrpSpPr/>
          <p:nvPr/>
        </p:nvGrpSpPr>
        <p:grpSpPr>
          <a:xfrm rot="21011960">
            <a:off x="8985633" y="2402927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FDB3352-7E9B-6736-92F4-E45CC94D92DD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9E67D19A-76C1-889A-D5FD-57C5BB1F70F0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17244DA5-D35D-855A-6D81-E941BCE67225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9F29791-D8BC-56FA-7ACF-B8F95EE1404D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646B8464-14D0-94B1-9A01-3BFE0074DABD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C086AE-F187-2378-8BCB-77A4F3DD7BEA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8B00D95-2696-01F8-F03A-0C92727F917F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A98A7E9-964E-DCB2-4F64-58207E0D8B74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A18AD3C-7C12-B858-6CC0-8D9894D397A1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133E5A4-44A3-7F03-3C61-2FA8B346C1B7}"/>
              </a:ext>
            </a:extLst>
          </p:cNvPr>
          <p:cNvGrpSpPr/>
          <p:nvPr/>
        </p:nvGrpSpPr>
        <p:grpSpPr>
          <a:xfrm>
            <a:off x="8955764" y="2211503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0D3374-CA2F-1810-7DCD-1A029C332C61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B36F0D57-B12A-502D-AE28-C322B2773433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80510DA1-1A8C-F9A1-4F6E-47D13E2B24A8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5D1E8A4-D320-ACB2-253F-DAF9ED5DACDC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3D641087-57D7-F628-D098-3447451F24E5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E85D1BF-E60C-D333-E860-1F740FC0F594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929220-AB0F-D842-1BB9-9DC3F416D00C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69373DB-0BAE-9BAC-081A-F86BC38D573D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58F30-7833-8E24-39A7-AAE21B72AFBC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8F17A83-4726-D3A5-F0EB-A0B4D9E64D28}"/>
              </a:ext>
            </a:extLst>
          </p:cNvPr>
          <p:cNvGrpSpPr/>
          <p:nvPr/>
        </p:nvGrpSpPr>
        <p:grpSpPr>
          <a:xfrm rot="1800000">
            <a:off x="9030172" y="2161891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7814F26-C1B6-1DAA-3C33-F35B4B17A6D6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B60B60C2-177F-BBB2-99E1-0D16AC3698FA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1AF8E610-F5A5-1DC1-4752-179380DFBD3F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E312C3-7530-62D3-7CD4-B74C7783DFA9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CA714718-6D1C-9219-C6F5-DD4026875B4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4D2A14D-8B2A-065F-E347-895E17D8B8E7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FA0442E-8347-192C-56DD-45DCC4052228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FFAFAAC-1EE9-5E8C-0472-0D77B9F1165A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1CFC064-C7A8-E71A-C9A8-8A67C32E34B7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C7CFB28-BFCE-7D21-DF62-2BDA010093BF}"/>
              </a:ext>
            </a:extLst>
          </p:cNvPr>
          <p:cNvGrpSpPr/>
          <p:nvPr/>
        </p:nvGrpSpPr>
        <p:grpSpPr>
          <a:xfrm>
            <a:off x="9009855" y="2264682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A397304-148A-FEDF-7F87-9192E2B29130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F5295FDA-5D6C-B435-6E12-5A6E8240EB8E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9C335568-989E-9693-5684-500552242676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D5AC41C-3EEB-A224-CF2B-6A6EC2C4F18F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FA232A86-6D6F-27B2-D71A-CF8B66CCAE99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ED13EC-E61D-4DD2-76BC-3466D591B943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3327E80-BF59-7321-F145-2A6D0B84AD1C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9BA04B8-4EF0-EE64-1569-4C897E169F48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93FCF5D-0EFC-9A10-099B-D9B1A72AAC8C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31727DF-6EA2-63ED-0F0D-57134B4C1BDB}"/>
              </a:ext>
            </a:extLst>
          </p:cNvPr>
          <p:cNvGrpSpPr/>
          <p:nvPr/>
        </p:nvGrpSpPr>
        <p:grpSpPr>
          <a:xfrm rot="1800000">
            <a:off x="14059280" y="2420020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EDB131C-1A9D-A907-FBB8-F4C255E68601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E5802AD7-26F9-6D29-F60F-1EA938A50BC1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32365ED5-2470-197B-7A66-DB201246993D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B57D323-99C8-9365-7784-2FD5AE5F7EF9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6165C670-0B9A-EEEA-A987-8FCB82E1BF5F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302FEAC-556F-8EAD-CDBE-060092471D18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0BEE9F-69F0-F457-5185-EA1A6B6DFB8D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B973925-C29F-2AE3-72DB-0CF024CBBFCA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5FB6C39-1495-3557-F2EE-54DF87E28113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A15C823-09FC-DE69-701D-241A0A718D2E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140E2830-4886-2177-2B77-4836FB2F0B44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2D49ECF6-27A1-E70B-63AC-F17D45B52146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60EDB86-6967-985E-E97A-26D9332FE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FC41D29-2A24-F391-8A95-C172C4654A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85A1D329-D85E-6388-589E-B3FFCAD77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48C992C-89D4-AE3B-E627-99A7106E1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5564A2E-828C-4D80-CC38-238469993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2708909C-2D96-9182-6072-E0D11BA1B5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4544576-ABC0-A8A7-B421-9DDEBC3DA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42F08F8-9069-12D6-2E90-186E3297C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8320F72C-8386-8547-F22B-9AF71B4745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7BF9565-634C-3692-0A12-5835674C0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72101AB-92B0-2EE4-F4E0-FF651D69B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684BAA4D-7248-70CC-8837-FE7F05EB3C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3F69046-56F4-743C-DD09-B59BEA050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441B736-DBCE-5CFD-9598-612ECC72AEE8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FD4703F2-3E20-FDE8-EEA1-C3A9CF3DE94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030EF1E-46B4-7285-A5CE-04B46CCCC5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469053C6-EC21-A6D0-0E5E-B940C74A1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E209A7F-FF5D-E120-5213-94C935D69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1019FDD-0D4A-F0A2-38FE-75640B425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1CF9DD07-5661-13E5-FC0C-5305C02F4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D06F6CA-5098-86A4-34F2-CAA7C07EA4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710C02F4-1D28-2DB4-79AD-86416FDD4ED2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6CCD062-EDB0-50A9-4E37-063A4A63B6CD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53FC86C-F186-EB01-CADB-405686B8D736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196C5EF-D1F1-D87B-F654-2F783F1AA3EC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3FA94D1-CDF4-68BD-B373-8A64216089BD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D50F626-931B-746F-07D6-2189330BCC10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32A8C0F7-F771-784F-A892-AF9D00680B91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A2918E2-E50E-ABDA-8D10-8E8FE4093D9A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B932A2D-FA8E-9BC7-E51A-0B28EDBB6F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2597C2E-9351-0564-8D8E-68286BA662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8E4F4D33-9B27-70AB-C976-307AABD07A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190423E7-FAC2-3618-24C7-F01913C9DD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6A9C595-C742-6745-D98E-D5855B16C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9947E4C-6B85-4C40-3B43-5B71FCC9E8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1B302C3-1DDA-C479-5D09-BB82A2C94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909E774-54E0-0466-FF75-1C09792B0F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A0DC2983-C3E5-3A77-4B81-C0EEFA462611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FE9FF24-361E-3235-38FE-102B191A6D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78869CB2-F48B-B5A3-B397-9505F5E87E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D5BCA6B-3E07-1A9C-D982-86F1DB0D62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61B0887-4DC4-3C51-7822-CE5F2A1EB83A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endParaRPr lang="fa-IR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2E570F6-E33F-7655-5DF0-5FE025959754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fa-IR" dirty="0" err="1">
                <a:solidFill>
                  <a:schemeClr val="tx1"/>
                </a:solidFill>
              </a:rPr>
              <a:t>سوئیچ‌ها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0552ECA-9FDC-DA99-C1F2-E0F176F91425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CCTV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C43086D-0699-3395-1513-68F8628169DA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AF4B325-3AA5-DC77-5A9D-FCD31B4D818B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VPN</a:t>
            </a:r>
            <a:endParaRPr lang="fa-IR">
              <a:solidFill>
                <a:schemeClr val="tx1"/>
              </a:solidFill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AE5A57CA-EE8F-CCB1-32B2-B0D82C8443FC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1D3DCB17-9BBB-21C1-3FA6-59C9857CFCE9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6D6C3-4EA0-F214-E371-9DAB56787F3F}"/>
              </a:ext>
            </a:extLst>
          </p:cNvPr>
          <p:cNvSpPr txBox="1"/>
          <p:nvPr/>
        </p:nvSpPr>
        <p:spPr>
          <a:xfrm>
            <a:off x="1328640" y="3132371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Switch 2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5F57A-407A-CC1E-2785-03C6F8B27E35}"/>
              </a:ext>
            </a:extLst>
          </p:cNvPr>
          <p:cNvSpPr txBox="1"/>
          <p:nvPr/>
        </p:nvSpPr>
        <p:spPr>
          <a:xfrm>
            <a:off x="1328640" y="4324271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Switch 4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4A588-65B6-C52A-9CAD-797D4DBA2FCB}"/>
              </a:ext>
            </a:extLst>
          </p:cNvPr>
          <p:cNvSpPr txBox="1"/>
          <p:nvPr/>
        </p:nvSpPr>
        <p:spPr>
          <a:xfrm>
            <a:off x="2641043" y="492021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10.10.50.5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5E1DC7-7101-719E-404C-8570DD5D54AC}"/>
              </a:ext>
            </a:extLst>
          </p:cNvPr>
          <p:cNvSpPr txBox="1"/>
          <p:nvPr/>
        </p:nvSpPr>
        <p:spPr>
          <a:xfrm>
            <a:off x="1328640" y="2533570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Switch 1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3FE83B-890E-76FD-C64A-BF42D7ADE254}"/>
              </a:ext>
            </a:extLst>
          </p:cNvPr>
          <p:cNvSpPr txBox="1"/>
          <p:nvPr/>
        </p:nvSpPr>
        <p:spPr>
          <a:xfrm>
            <a:off x="1328640" y="3728321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Switch 3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A4D405-88EC-A7F2-DF86-A6AA2382B6F0}"/>
              </a:ext>
            </a:extLst>
          </p:cNvPr>
          <p:cNvSpPr txBox="1"/>
          <p:nvPr/>
        </p:nvSpPr>
        <p:spPr>
          <a:xfrm>
            <a:off x="1328640" y="4920219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Gateway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588F06-B242-A615-EBD8-7DCFD8832628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Office Users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7AF55-EB65-7B6F-2BE3-0154293081AF}"/>
              </a:ext>
            </a:extLst>
          </p:cNvPr>
          <p:cNvSpPr txBox="1"/>
          <p:nvPr/>
        </p:nvSpPr>
        <p:spPr>
          <a:xfrm>
            <a:off x="2641043" y="2533570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10.10.50.1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5DDF7-5B67-5A9D-6492-959C1FCD14B6}"/>
              </a:ext>
            </a:extLst>
          </p:cNvPr>
          <p:cNvSpPr txBox="1"/>
          <p:nvPr/>
        </p:nvSpPr>
        <p:spPr>
          <a:xfrm>
            <a:off x="2641043" y="4322844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10.10.50.4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80B73-2A49-8417-2E17-924FCA729618}"/>
              </a:ext>
            </a:extLst>
          </p:cNvPr>
          <p:cNvSpPr txBox="1"/>
          <p:nvPr/>
        </p:nvSpPr>
        <p:spPr>
          <a:xfrm>
            <a:off x="2641043" y="3128094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10.10.50.2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4DAA3B-9E74-92BE-D32A-93E5D197B0A7}"/>
              </a:ext>
            </a:extLst>
          </p:cNvPr>
          <p:cNvSpPr txBox="1"/>
          <p:nvPr/>
        </p:nvSpPr>
        <p:spPr>
          <a:xfrm>
            <a:off x="2641043" y="3725469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10.10.50.3</a:t>
            </a:r>
          </a:p>
        </p:txBody>
      </p:sp>
    </p:spTree>
    <p:extLst>
      <p:ext uri="{BB962C8B-B14F-4D97-AF65-F5344CB8AC3E}">
        <p14:creationId xmlns:p14="http://schemas.microsoft.com/office/powerpoint/2010/main" val="4279253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4D101-9046-E110-71A8-A561988E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F3F4A254-964B-CEC1-5025-E51611064F1D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4A930-8265-5F75-22A4-DCB646912606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F8CDBF-82FD-4662-41B0-DDA511C1425A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8D8E41-0552-A11B-2C64-3A609F862B10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1" name="Rounded Rectangle 69">
                <a:extLst>
                  <a:ext uri="{FF2B5EF4-FFF2-40B4-BE49-F238E27FC236}">
                    <a16:creationId xmlns:a16="http://schemas.microsoft.com/office/drawing/2014/main" id="{C137ACDF-62E5-BA12-57CB-DC6815898D6C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Rounded Rectangle 66">
                <a:extLst>
                  <a:ext uri="{FF2B5EF4-FFF2-40B4-BE49-F238E27FC236}">
                    <a16:creationId xmlns:a16="http://schemas.microsoft.com/office/drawing/2014/main" id="{42FA6392-BB68-54F3-56B9-7FC02325C165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95F2211-95ED-71E2-4C27-A905A7627390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Rounded Rectangle 68">
                <a:extLst>
                  <a:ext uri="{FF2B5EF4-FFF2-40B4-BE49-F238E27FC236}">
                    <a16:creationId xmlns:a16="http://schemas.microsoft.com/office/drawing/2014/main" id="{6CC1FD0C-C76D-3276-4646-04D1E5144650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39DC23-DD1D-22F9-1348-7CECDA5A38CF}"/>
                </a:ext>
              </a:extLst>
            </p:cNvPr>
            <p:cNvSpPr txBox="1"/>
            <p:nvPr/>
          </p:nvSpPr>
          <p:spPr>
            <a:xfrm>
              <a:off x="517526" y="2691877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Office Users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97D8EE-292D-ADD6-5CCA-E1E64316764D}"/>
                </a:ext>
              </a:extLst>
            </p:cNvPr>
            <p:cNvSpPr txBox="1"/>
            <p:nvPr/>
          </p:nvSpPr>
          <p:spPr>
            <a:xfrm>
              <a:off x="288926" y="31848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10.10.10.0/26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0B2BEE-C270-87DB-1AC0-C261CF68AD15}"/>
                </a:ext>
              </a:extLst>
            </p:cNvPr>
            <p:cNvSpPr txBox="1"/>
            <p:nvPr/>
          </p:nvSpPr>
          <p:spPr>
            <a:xfrm>
              <a:off x="155576" y="4141984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6B6796-EF0E-A704-8D97-D79FBB1046B6}"/>
                </a:ext>
              </a:extLst>
            </p:cNvPr>
            <p:cNvSpPr txBox="1"/>
            <p:nvPr/>
          </p:nvSpPr>
          <p:spPr>
            <a:xfrm>
              <a:off x="236917" y="5099141"/>
              <a:ext cx="2021718" cy="346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 62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D33E3F5-BC01-B072-AFF4-08402B5042EB}"/>
              </a:ext>
            </a:extLst>
          </p:cNvPr>
          <p:cNvGrpSpPr/>
          <p:nvPr/>
        </p:nvGrpSpPr>
        <p:grpSpPr>
          <a:xfrm rot="21011960">
            <a:off x="8985633" y="2402927"/>
            <a:ext cx="2184400" cy="3412577"/>
            <a:chOff x="2206626" y="3318422"/>
            <a:chExt cx="2184400" cy="3412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2D734F1-AC73-614E-A4EE-3B6789B3DEAD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27" name="Rounded Rectangle 69">
                <a:extLst>
                  <a:ext uri="{FF2B5EF4-FFF2-40B4-BE49-F238E27FC236}">
                    <a16:creationId xmlns:a16="http://schemas.microsoft.com/office/drawing/2014/main" id="{891DDE44-A3E2-95B7-C1F3-51BB21AAEBA1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ounded Rectangle 66">
                <a:extLst>
                  <a:ext uri="{FF2B5EF4-FFF2-40B4-BE49-F238E27FC236}">
                    <a16:creationId xmlns:a16="http://schemas.microsoft.com/office/drawing/2014/main" id="{CAF002F5-5813-3BE5-750C-6E20F4954A65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7204AA4-50FD-AC65-8C24-4145ADCBFCB3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Rounded Rectangle 68">
                <a:extLst>
                  <a:ext uri="{FF2B5EF4-FFF2-40B4-BE49-F238E27FC236}">
                    <a16:creationId xmlns:a16="http://schemas.microsoft.com/office/drawing/2014/main" id="{1322AF01-86ED-E684-389D-9A8C604BB330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086229-0E9B-BBF6-5663-A8E1F5702DB7}"/>
                </a:ext>
              </a:extLst>
            </p:cNvPr>
            <p:cNvSpPr txBox="1"/>
            <p:nvPr/>
          </p:nvSpPr>
          <p:spPr>
            <a:xfrm>
              <a:off x="2435859" y="3758677"/>
              <a:ext cx="1725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VPN / Remote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BE2E321-65DC-FCCE-5DEA-25CDD14BBFEA}"/>
                </a:ext>
              </a:extLst>
            </p:cNvPr>
            <p:cNvSpPr txBox="1"/>
            <p:nvPr/>
          </p:nvSpPr>
          <p:spPr>
            <a:xfrm>
              <a:off x="2339976" y="4266745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dirty="0"/>
                <a:t>10.10.20.0/25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BE5C16A-6B47-8EE3-C45A-77A679031B59}"/>
                </a:ext>
              </a:extLst>
            </p:cNvPr>
            <p:cNvSpPr txBox="1"/>
            <p:nvPr/>
          </p:nvSpPr>
          <p:spPr>
            <a:xfrm>
              <a:off x="2206626" y="515010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A491B42-4A51-FF82-9E03-4FFFC55DC407}"/>
                </a:ext>
              </a:extLst>
            </p:cNvPr>
            <p:cNvSpPr txBox="1"/>
            <p:nvPr/>
          </p:nvSpPr>
          <p:spPr>
            <a:xfrm>
              <a:off x="2287967" y="6001732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dirty="0"/>
                <a:t>126</a:t>
              </a:r>
              <a:endPara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F360F86-21F2-5F25-6E97-EED29CAF508B}"/>
              </a:ext>
            </a:extLst>
          </p:cNvPr>
          <p:cNvGrpSpPr/>
          <p:nvPr/>
        </p:nvGrpSpPr>
        <p:grpSpPr>
          <a:xfrm>
            <a:off x="8955764" y="2211503"/>
            <a:ext cx="2184400" cy="3412577"/>
            <a:chOff x="4509833" y="1551938"/>
            <a:chExt cx="2184400" cy="34125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38D4A84-629A-C19C-E391-A96F300BBA5D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36" name="Rounded Rectangle 69">
                <a:extLst>
                  <a:ext uri="{FF2B5EF4-FFF2-40B4-BE49-F238E27FC236}">
                    <a16:creationId xmlns:a16="http://schemas.microsoft.com/office/drawing/2014/main" id="{D9015104-8FC9-A475-51FB-2454B2008ACE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ounded Rectangle 66">
                <a:extLst>
                  <a:ext uri="{FF2B5EF4-FFF2-40B4-BE49-F238E27FC236}">
                    <a16:creationId xmlns:a16="http://schemas.microsoft.com/office/drawing/2014/main" id="{7BD51FD2-E6D6-1D23-5850-6CE3334104C8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4B021D6-0FFD-5488-7B4F-4E0316C8ECD0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Rounded Rectangle 68">
                <a:extLst>
                  <a:ext uri="{FF2B5EF4-FFF2-40B4-BE49-F238E27FC236}">
                    <a16:creationId xmlns:a16="http://schemas.microsoft.com/office/drawing/2014/main" id="{6133BD9E-954D-65E7-8815-7A7586B3033A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E358A9F-6FB7-7CCF-E70E-A49D7879E8E2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</a:rPr>
                <a:t>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E9EDCEA-C700-B8CD-351C-AF226F99429F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10.10.30.0/27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E8DF494-4021-55F6-DE69-897B25E2EC64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5040B65-42BD-6BC8-8C5E-AE9F9B6AE9F0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30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3C07CDF-AB68-5EA5-6601-26F53A0828A1}"/>
              </a:ext>
            </a:extLst>
          </p:cNvPr>
          <p:cNvGrpSpPr/>
          <p:nvPr/>
        </p:nvGrpSpPr>
        <p:grpSpPr>
          <a:xfrm rot="1800000">
            <a:off x="9030172" y="2161891"/>
            <a:ext cx="2184400" cy="3412577"/>
            <a:chOff x="6708775" y="3623117"/>
            <a:chExt cx="2184400" cy="34125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7A54C8-38E0-8014-E266-4571C2F110E2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45" name="Rounded Rectangle 69">
                <a:extLst>
                  <a:ext uri="{FF2B5EF4-FFF2-40B4-BE49-F238E27FC236}">
                    <a16:creationId xmlns:a16="http://schemas.microsoft.com/office/drawing/2014/main" id="{05E865C7-31B4-E7BE-9C51-8C6B97C82CA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Rounded Rectangle 66">
                <a:extLst>
                  <a:ext uri="{FF2B5EF4-FFF2-40B4-BE49-F238E27FC236}">
                    <a16:creationId xmlns:a16="http://schemas.microsoft.com/office/drawing/2014/main" id="{0A37D00E-039F-3F70-2BCA-4260C1632E11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4BCD524-F1FE-75F9-EE5D-345EA2828E58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8" name="Rounded Rectangle 68">
                <a:extLst>
                  <a:ext uri="{FF2B5EF4-FFF2-40B4-BE49-F238E27FC236}">
                    <a16:creationId xmlns:a16="http://schemas.microsoft.com/office/drawing/2014/main" id="{669AD990-48BE-ACAF-780F-455AA651CBF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F70FC56-EA13-A346-8FD4-1BDEE1CCB657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CCTV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5E1E54-C27C-7F09-3404-692CF2325B63}"/>
                </a:ext>
              </a:extLst>
            </p:cNvPr>
            <p:cNvSpPr txBox="1"/>
            <p:nvPr/>
          </p:nvSpPr>
          <p:spPr>
            <a:xfrm>
              <a:off x="6842125" y="4566907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10.10.40.0/26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1156907-02E2-608C-8B30-EC72121126A8}"/>
                </a:ext>
              </a:extLst>
            </p:cNvPr>
            <p:cNvSpPr txBox="1"/>
            <p:nvPr/>
          </p:nvSpPr>
          <p:spPr>
            <a:xfrm>
              <a:off x="6708775" y="5413997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255.255.255.192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FE69C36-8048-7997-AB4E-9B9BAD5F9A5E}"/>
                </a:ext>
              </a:extLst>
            </p:cNvPr>
            <p:cNvSpPr txBox="1"/>
            <p:nvPr/>
          </p:nvSpPr>
          <p:spPr>
            <a:xfrm>
              <a:off x="6790116" y="6261086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54293FA-C29D-537C-4445-B299E2EF6BEA}"/>
              </a:ext>
            </a:extLst>
          </p:cNvPr>
          <p:cNvGrpSpPr/>
          <p:nvPr/>
        </p:nvGrpSpPr>
        <p:grpSpPr>
          <a:xfrm>
            <a:off x="9009855" y="2264682"/>
            <a:ext cx="2184400" cy="3412577"/>
            <a:chOff x="9490074" y="2001420"/>
            <a:chExt cx="2184400" cy="341257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8ECB96D-79C1-068F-A297-6425CAC473BA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54" name="Rounded Rectangle 69">
                <a:extLst>
                  <a:ext uri="{FF2B5EF4-FFF2-40B4-BE49-F238E27FC236}">
                    <a16:creationId xmlns:a16="http://schemas.microsoft.com/office/drawing/2014/main" id="{0332F2CC-57AC-3240-0EDA-22D5FB2B600E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Rounded Rectangle 66">
                <a:extLst>
                  <a:ext uri="{FF2B5EF4-FFF2-40B4-BE49-F238E27FC236}">
                    <a16:creationId xmlns:a16="http://schemas.microsoft.com/office/drawing/2014/main" id="{754996FF-21BF-9800-5B43-8EDE25C73078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73C3BD5-F69B-C7C7-88BC-B495F28BB2AA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8">
                <a:extLst>
                  <a:ext uri="{FF2B5EF4-FFF2-40B4-BE49-F238E27FC236}">
                    <a16:creationId xmlns:a16="http://schemas.microsoft.com/office/drawing/2014/main" id="{11EA7969-DADA-F342-2AF6-E553C1C6C0DB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CA16A3E-5787-3FF7-0CA7-F91525D9864D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</a:rPr>
                <a:t>سوئیچ‌ها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39F3266-6FC1-8A1D-D5F9-894882640BA3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10.10.50.0/29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1BA6DA6-D693-B209-A121-6980ED13A4BD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127313A-16AC-EC63-9CFE-25A7834CBBC1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CB9B32-4704-3F20-D2BA-8FBB0876B1D1}"/>
              </a:ext>
            </a:extLst>
          </p:cNvPr>
          <p:cNvGrpSpPr/>
          <p:nvPr/>
        </p:nvGrpSpPr>
        <p:grpSpPr>
          <a:xfrm rot="19800000">
            <a:off x="8988280" y="2272494"/>
            <a:ext cx="2184400" cy="3412577"/>
            <a:chOff x="9490074" y="2001420"/>
            <a:chExt cx="2184400" cy="341257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69EA9B-6535-2EEB-AD44-077ED7C077B7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74" name="Rounded Rectangle 69">
                <a:extLst>
                  <a:ext uri="{FF2B5EF4-FFF2-40B4-BE49-F238E27FC236}">
                    <a16:creationId xmlns:a16="http://schemas.microsoft.com/office/drawing/2014/main" id="{BE296B06-AB8C-9AA0-645B-31741C620D59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5" name="Rounded Rectangle 66">
                <a:extLst>
                  <a:ext uri="{FF2B5EF4-FFF2-40B4-BE49-F238E27FC236}">
                    <a16:creationId xmlns:a16="http://schemas.microsoft.com/office/drawing/2014/main" id="{0F46DE12-A129-5E71-B8F5-5E1B8AE097D7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A801C30-9DC4-C410-DAEF-612B3D16C2B1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7" name="Rounded Rectangle 68">
                <a:extLst>
                  <a:ext uri="{FF2B5EF4-FFF2-40B4-BE49-F238E27FC236}">
                    <a16:creationId xmlns:a16="http://schemas.microsoft.com/office/drawing/2014/main" id="{028A77B2-D636-0E1A-22CC-3B64E920E324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56BE950-2737-BCD6-AECD-3B61381917BC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Wi-Fi</a:t>
              </a:r>
              <a:r>
                <a:rPr lang="ar-SA" dirty="0">
                  <a:solidFill>
                    <a:schemeClr val="bg1"/>
                  </a:solidFill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47F526D-4C8B-AD96-2DA8-585CC3EA3F0B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10.10.60.0/29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2BED906-F1B7-C855-DB74-70EF87407CB9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255.255.255.248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E209B89-70C1-2ED8-E4E5-298A9E0FE8CA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712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F22F8D-ED1D-484D-5E2C-303AD7359F58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78A5CB49-8067-D196-0BA0-EB47792A4361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C2AC36E8-8B70-730D-EDE3-A792FCC46CC0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72B9138-0CDB-1D76-1754-D34DB0C59B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FD1EE5B-CC00-88B5-2265-7792F606C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6CDD3B4C-5478-1DBA-B486-146F165DC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7DD89F4-FBB2-097E-03CD-F48717C10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2AFB1C9-8F79-0B8A-46C8-E0FE6771F6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6F8A53F8-E041-90A2-6701-3BE9308DC2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C6AD384-7DD7-DC2E-C1E1-C1BF6A110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11C48D6-3EEF-864B-7D06-AB85B29F7D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5E7D0AFC-8FBF-294B-DFDF-C736E1CD62F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A618604-1C8F-60C1-1B54-DE4B7D4F28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A14705B-9CA4-8D82-A44B-ED0863A0A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9D6F63CA-3CC1-3836-5B73-97315DE3EA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01F4237-1129-7DA3-9DE6-67BD64535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8FD6BC1-3085-90D3-89BC-AA2744B61532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7873BF3B-82FC-E8C4-8F8D-90BCA815FBE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E15F17C-81AA-57CD-FE66-29FDDCFCBB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09A06ECB-2FD2-593D-955B-A70F2DCCE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FDCA750-A23C-6565-6E1A-7EA91C9D75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0EFBFD0-EA56-08EC-76A5-49B358F874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4A461F31-9BAD-ABDC-287F-C149E80680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79959B8-4DA4-2B9F-957D-67212C524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3F9DC82B-F2C2-4C67-8718-EF13FD041E0C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A9AC56C-DBCE-B2C7-6D38-F785A7FCB7BA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4A66935-F74A-4D97-A558-9CC51658E56D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BDAEB19-F2A5-52FA-D393-1DAF63355C09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127E529-C4C3-A111-11EC-C62B2D6B3E83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8637396-7BE2-068E-3621-2F0D70634EFB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8D447A9C-5F6A-855F-D506-4DF619A67E65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81832FB-31A2-3B88-ECF6-6FFA07B95DE5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93809682-427A-D749-C2CA-10112FDA5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FBF6879-F791-D457-5940-4D1CEA4C5C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9742F07-E911-D45D-E1A1-7EF937720A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B9802E21-41BF-E525-2047-DC035EC9DA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65ADD15-D456-71A2-C232-37F0BFDBF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3D9D22C-583A-93C1-2994-3ED3B28A8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86233DD-D5D1-0699-6BE7-751007C5E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EE2647B-7BD8-F3AC-B202-2F42440BF5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9E24FC8-A7F8-A583-E7CE-DE395C9BED0C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04C4FA7C-EF76-6D90-1C3D-8D87E9E1A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AAF6FFC6-3E81-014B-B221-35498E62D6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A85EA07-B718-781F-491C-FD5E81099C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2E17805-2A12-29C1-BED7-D1FE341678FA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Wi-Fi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5B95E1B-1548-C946-2651-B23C13D4080D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fa-IR" dirty="0" err="1">
                <a:solidFill>
                  <a:schemeClr val="tx1"/>
                </a:solidFill>
              </a:rPr>
              <a:t>سوئیچ‌ها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A6BBF2A-BA35-530B-DE86-AE199A92F6A6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CCTV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6613088-6DED-AC74-CDA1-F8AABBA77DB3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</a:t>
            </a:r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68D4C11-BF38-AE60-93A9-B082D7FA003D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VPN</a:t>
            </a:r>
            <a:endParaRPr lang="fa-IR">
              <a:solidFill>
                <a:schemeClr val="tx1"/>
              </a:solidFill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E5F23B78-EB92-E1EE-5178-2C8694A70638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A6525752-01F8-C987-CAB6-52EF1DEE4637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E620A-79BB-2DFB-7CF2-B2B043205884}"/>
              </a:ext>
            </a:extLst>
          </p:cNvPr>
          <p:cNvSpPr txBox="1"/>
          <p:nvPr/>
        </p:nvSpPr>
        <p:spPr>
          <a:xfrm>
            <a:off x="1328640" y="2829602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WiFi</a:t>
            </a:r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AP 1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27677-3002-A826-6E84-40FF5FBBB8A9}"/>
              </a:ext>
            </a:extLst>
          </p:cNvPr>
          <p:cNvSpPr txBox="1"/>
          <p:nvPr/>
        </p:nvSpPr>
        <p:spPr>
          <a:xfrm>
            <a:off x="2991563" y="4724771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10.10.60.3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C8FC1-E6AA-C544-7777-AD0AC9BEF8EA}"/>
              </a:ext>
            </a:extLst>
          </p:cNvPr>
          <p:cNvSpPr txBox="1"/>
          <p:nvPr/>
        </p:nvSpPr>
        <p:spPr>
          <a:xfrm>
            <a:off x="1328640" y="3777187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WiFi</a:t>
            </a:r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AP 2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54AA4-0FDA-2FE8-F58D-FB97DDFD9F4C}"/>
              </a:ext>
            </a:extLst>
          </p:cNvPr>
          <p:cNvSpPr txBox="1"/>
          <p:nvPr/>
        </p:nvSpPr>
        <p:spPr>
          <a:xfrm>
            <a:off x="1328640" y="4724771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Gateway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03BD46-4E89-37F8-1247-D2352C5ED6F0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Office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4E262-525B-E588-959B-1CCA754E400C}"/>
              </a:ext>
            </a:extLst>
          </p:cNvPr>
          <p:cNvSpPr txBox="1"/>
          <p:nvPr/>
        </p:nvSpPr>
        <p:spPr>
          <a:xfrm>
            <a:off x="2991563" y="2829602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10.10.60.1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5BD8D3-C529-15FF-3E70-DB1AB0080B46}"/>
              </a:ext>
            </a:extLst>
          </p:cNvPr>
          <p:cNvSpPr txBox="1"/>
          <p:nvPr/>
        </p:nvSpPr>
        <p:spPr>
          <a:xfrm>
            <a:off x="2991563" y="3777187"/>
            <a:ext cx="290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10.10.60.2</a:t>
            </a:r>
          </a:p>
        </p:txBody>
      </p:sp>
    </p:spTree>
    <p:extLst>
      <p:ext uri="{BB962C8B-B14F-4D97-AF65-F5344CB8AC3E}">
        <p14:creationId xmlns:p14="http://schemas.microsoft.com/office/powerpoint/2010/main" val="40562012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2484-F751-F04C-10A1-2FE88267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BB83C37C-9A3C-C0D9-B91A-ABF8946FCCCF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1F89C-489A-46EE-1749-9A8F3034F1E0}"/>
              </a:ext>
            </a:extLst>
          </p:cNvPr>
          <p:cNvSpPr txBox="1"/>
          <p:nvPr/>
        </p:nvSpPr>
        <p:spPr>
          <a:xfrm>
            <a:off x="8675243" y="658789"/>
            <a:ext cx="213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 Addressing 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5EFB439-4FE3-0019-A846-6336104A7C46}"/>
              </a:ext>
            </a:extLst>
          </p:cNvPr>
          <p:cNvGrpSpPr/>
          <p:nvPr/>
        </p:nvGrpSpPr>
        <p:grpSpPr>
          <a:xfrm>
            <a:off x="571017" y="1604706"/>
            <a:ext cx="7641178" cy="4568609"/>
            <a:chOff x="4824770" y="1781914"/>
            <a:chExt cx="7641178" cy="4568609"/>
          </a:xfrm>
        </p:grpSpPr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265DB826-22E4-1750-AAAB-95E7B74D3F90}"/>
                </a:ext>
              </a:extLst>
            </p:cNvPr>
            <p:cNvSpPr/>
            <p:nvPr/>
          </p:nvSpPr>
          <p:spPr>
            <a:xfrm rot="5400000">
              <a:off x="6361054" y="245630"/>
              <a:ext cx="4568609" cy="7641178"/>
            </a:xfrm>
            <a:prstGeom prst="snip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3FFE04CE-8D97-04C0-1071-EC9ECB53BC54}"/>
                </a:ext>
              </a:extLst>
            </p:cNvPr>
            <p:cNvSpPr/>
            <p:nvPr/>
          </p:nvSpPr>
          <p:spPr>
            <a:xfrm rot="5400000">
              <a:off x="6472024" y="379280"/>
              <a:ext cx="4365139" cy="7373876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DFD79CC-AEFA-277B-F061-AE5D81B55E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756" y="5635621"/>
              <a:ext cx="504000" cy="50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3D3F95D-12E1-D0A0-BE5E-0E60810E57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577" y="6135787"/>
              <a:ext cx="4572179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4948D57C-6701-B412-C31F-4B6C0EE000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330" y="5606433"/>
              <a:ext cx="197217" cy="33873"/>
            </a:xfrm>
            <a:prstGeom prst="bentConnector3">
              <a:avLst>
                <a:gd name="adj1" fmla="val 9268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1920CB3-82A2-DB90-B410-6403538CC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8059" y="5632455"/>
              <a:ext cx="448133" cy="46029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1908BE1-B685-9EBD-E3B7-530E21F312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77" y="6088372"/>
              <a:ext cx="3352944" cy="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4EFC5BC6-F3CC-9F58-65A6-A610A8F89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918" y="4507061"/>
              <a:ext cx="319628" cy="1133248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1F9FE60-A809-E4A6-7EF1-70CD479E8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8210" y="5630075"/>
              <a:ext cx="471719" cy="4860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814A5FA-52BB-BF2C-4DF2-2F0BC8BDA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9880" y="6111958"/>
              <a:ext cx="396309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93088172-E5D2-9293-0F08-B6BBD7CFF1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14173" y="5221933"/>
              <a:ext cx="583559" cy="25318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6945E2A-CF6A-4ADC-2F81-A9EE5DF2A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2123" y="5630075"/>
              <a:ext cx="424547" cy="43599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8A70647-D010-305E-283C-9F25021A63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2520" y="6064789"/>
              <a:ext cx="273674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49F7D004-B198-9027-769C-3C24A306509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98112" y="4605874"/>
              <a:ext cx="1682930" cy="38593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4FD976A-4086-4751-CE22-5B72038E8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4455" y="5628512"/>
              <a:ext cx="382888" cy="41274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FCDF17B-2713-AB62-038A-13CBFFC1A6C0}"/>
                </a:ext>
              </a:extLst>
            </p:cNvPr>
            <p:cNvCxnSpPr>
              <a:cxnSpLocks/>
            </p:cNvCxnSpPr>
            <p:nvPr/>
          </p:nvCxnSpPr>
          <p:spPr>
            <a:xfrm>
              <a:off x="7862838" y="6041256"/>
              <a:ext cx="213399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14333C01-5491-04BD-84E2-C35A417A17E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87675" y="4295441"/>
              <a:ext cx="2232619" cy="45711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546EFD8-419C-8B32-CA36-E9234803C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1593" y="5630649"/>
              <a:ext cx="359717" cy="38776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37435A26-4244-3C67-9D97-7F61F86FB8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079" y="2858005"/>
              <a:ext cx="525469" cy="2782307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23DC30F-9781-1DD9-8EAF-5E8E688C00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5098" y="6018417"/>
              <a:ext cx="151649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8785675-D95F-1E1C-98F6-029D96A43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3295" y="5626032"/>
              <a:ext cx="353790" cy="3674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1C6CA3C4-E246-C823-0C72-EF7F0E69D0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01" y="2308320"/>
              <a:ext cx="599046" cy="3331994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E7CF9F-EA6F-0352-AEF2-0CA8C4F1A0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970" y="5993517"/>
              <a:ext cx="87732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75AF0410-2F41-226E-F516-89C2E2CE18A6}"/>
                </a:ext>
              </a:extLst>
            </p:cNvPr>
            <p:cNvSpPr/>
            <p:nvPr/>
          </p:nvSpPr>
          <p:spPr>
            <a:xfrm rot="5400000">
              <a:off x="11124156" y="4991109"/>
              <a:ext cx="381615" cy="1230649"/>
            </a:xfrm>
            <a:prstGeom prst="snip1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6720985-BA42-3F8E-B80C-01E5DBBFCDEB}"/>
                </a:ext>
              </a:extLst>
            </p:cNvPr>
            <p:cNvSpPr/>
            <p:nvPr/>
          </p:nvSpPr>
          <p:spPr>
            <a:xfrm rot="5400000">
              <a:off x="11124156" y="4441422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9218631-16FF-B0C3-56C9-DF78F70F9144}"/>
                </a:ext>
              </a:extLst>
            </p:cNvPr>
            <p:cNvSpPr/>
            <p:nvPr/>
          </p:nvSpPr>
          <p:spPr>
            <a:xfrm rot="5400000">
              <a:off x="11124156" y="3891737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C949BF3-4B32-B14F-3378-9C7FE730BD24}"/>
                </a:ext>
              </a:extLst>
            </p:cNvPr>
            <p:cNvSpPr/>
            <p:nvPr/>
          </p:nvSpPr>
          <p:spPr>
            <a:xfrm rot="5400000">
              <a:off x="11124156" y="3342051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DA6BAAD-694F-F26E-3439-6AF07E898205}"/>
                </a:ext>
              </a:extLst>
            </p:cNvPr>
            <p:cNvSpPr/>
            <p:nvPr/>
          </p:nvSpPr>
          <p:spPr>
            <a:xfrm rot="5400000">
              <a:off x="11124156" y="2792366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AF207FF-1A9E-D286-2710-E42F69781808}"/>
                </a:ext>
              </a:extLst>
            </p:cNvPr>
            <p:cNvSpPr/>
            <p:nvPr/>
          </p:nvSpPr>
          <p:spPr>
            <a:xfrm rot="5400000">
              <a:off x="11124156" y="2242680"/>
              <a:ext cx="381615" cy="123064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59742639-9753-A4D5-DC21-FB3E58C69EBF}"/>
                </a:ext>
              </a:extLst>
            </p:cNvPr>
            <p:cNvSpPr/>
            <p:nvPr/>
          </p:nvSpPr>
          <p:spPr>
            <a:xfrm rot="5400000" flipH="1">
              <a:off x="11124156" y="1692995"/>
              <a:ext cx="381615" cy="1230649"/>
            </a:xfrm>
            <a:prstGeom prst="round1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A4EF51-B4E2-B17D-7BA8-F90C7A7D4B9F}"/>
                </a:ext>
              </a:extLst>
            </p:cNvPr>
            <p:cNvGrpSpPr/>
            <p:nvPr/>
          </p:nvGrpSpPr>
          <p:grpSpPr>
            <a:xfrm rot="5400000">
              <a:off x="7167905" y="4285282"/>
              <a:ext cx="266844" cy="3428152"/>
              <a:chOff x="4837635" y="5329107"/>
              <a:chExt cx="288000" cy="184262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C4960B3-F255-3CF9-85D5-B5A7606F5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329107"/>
                <a:ext cx="144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69A7FA73-EB3B-1C41-AA32-73E03CB18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636212"/>
                <a:ext cx="162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9A81882-E3C8-DC07-81ED-86BD5F13A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5943317"/>
                <a:ext cx="1944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BC72F7E5-3F54-BFA2-0186-564FF94CD8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250422"/>
                <a:ext cx="2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5AA5790-598C-3AD9-AA80-2E018057D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557527"/>
                <a:ext cx="2448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C444FDCF-72C7-0D82-4288-EA78A8E8C7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6864632"/>
                <a:ext cx="270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F91A2583-47D2-D583-C4BE-C6CE90EC8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7635" y="7171736"/>
                <a:ext cx="288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DC6B273-4D4C-168E-3A71-ECEC546C399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618" y="3808225"/>
              <a:ext cx="0" cy="4082908"/>
            </a:xfrm>
            <a:prstGeom prst="line">
              <a:avLst/>
            </a:prstGeom>
            <a:ln w="76200" cap="rnd" cmpd="thickThin">
              <a:prstDash val="solid"/>
              <a:miter lim="800000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909261F-532C-1331-DE3C-CCCF35FFA0A7}"/>
                </a:ext>
              </a:extLst>
            </p:cNvPr>
            <p:cNvGrpSpPr/>
            <p:nvPr/>
          </p:nvGrpSpPr>
          <p:grpSpPr>
            <a:xfrm rot="5400000">
              <a:off x="5627514" y="2107322"/>
              <a:ext cx="3440208" cy="4082908"/>
              <a:chOff x="590979" y="5128260"/>
              <a:chExt cx="4249834" cy="219456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EB04932B-3F26-3CB4-36A2-4642622E26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732282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FCA5612D-7829-A862-442A-39556C6166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813" y="5128260"/>
                <a:ext cx="4176000" cy="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5AABEF3-9FFD-09A1-D5E5-B8131A0966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979" y="5307540"/>
                <a:ext cx="0" cy="1836000"/>
              </a:xfrm>
              <a:prstGeom prst="line">
                <a:avLst/>
              </a:prstGeom>
              <a:ln w="47625" cap="rnd" cmpd="dbl">
                <a:prstDash val="dash"/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0BCBE96-4D07-3A12-FB52-9B4C4CE3F574}"/>
              </a:ext>
            </a:extLst>
          </p:cNvPr>
          <p:cNvSpPr/>
          <p:nvPr/>
        </p:nvSpPr>
        <p:spPr>
          <a:xfrm rot="5400000">
            <a:off x="6872477" y="4264209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Wi-Fi</a:t>
            </a:r>
            <a:endParaRPr lang="fa-IR" sz="1600" dirty="0">
              <a:solidFill>
                <a:schemeClr val="tx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045693F-BAB8-D963-3041-E390190B74A0}"/>
              </a:ext>
            </a:extLst>
          </p:cNvPr>
          <p:cNvSpPr/>
          <p:nvPr/>
        </p:nvSpPr>
        <p:spPr>
          <a:xfrm rot="5400000">
            <a:off x="6872477" y="3714524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fa-IR" sz="1600" dirty="0" err="1">
                <a:solidFill>
                  <a:schemeClr val="tx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سوئیچ‌ها</a:t>
            </a:r>
            <a:endParaRPr lang="fa-IR" sz="1600" dirty="0">
              <a:solidFill>
                <a:schemeClr val="tx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7D8915C-6315-6A9E-D770-1FA6B7C4BD5B}"/>
              </a:ext>
            </a:extLst>
          </p:cNvPr>
          <p:cNvSpPr/>
          <p:nvPr/>
        </p:nvSpPr>
        <p:spPr>
          <a:xfrm rot="5400000">
            <a:off x="6872477" y="3164838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CCTV</a:t>
            </a:r>
            <a:endParaRPr lang="fa-IR" sz="1600" dirty="0">
              <a:solidFill>
                <a:schemeClr val="tx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5D744BF-8DBD-FAE4-02A8-D3EAA02311F9}"/>
              </a:ext>
            </a:extLst>
          </p:cNvPr>
          <p:cNvSpPr/>
          <p:nvPr/>
        </p:nvSpPr>
        <p:spPr>
          <a:xfrm rot="5400000">
            <a:off x="6872477" y="2615153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IT</a:t>
            </a:r>
            <a:endParaRPr lang="fa-IR" sz="1600" dirty="0">
              <a:solidFill>
                <a:schemeClr val="tx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C358B5F-D6F3-8EA9-329D-E067B401B9CC}"/>
              </a:ext>
            </a:extLst>
          </p:cNvPr>
          <p:cNvSpPr/>
          <p:nvPr/>
        </p:nvSpPr>
        <p:spPr>
          <a:xfrm rot="5400000">
            <a:off x="6872477" y="2065467"/>
            <a:ext cx="381615" cy="12306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VPN</a:t>
            </a:r>
            <a:endParaRPr lang="fa-IR" sz="1600" dirty="0">
              <a:solidFill>
                <a:schemeClr val="tx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18BA9B05-DD35-62DC-B5E2-793FDE99F45C}"/>
              </a:ext>
            </a:extLst>
          </p:cNvPr>
          <p:cNvSpPr/>
          <p:nvPr/>
        </p:nvSpPr>
        <p:spPr>
          <a:xfrm rot="5400000" flipH="1">
            <a:off x="6872477" y="1515782"/>
            <a:ext cx="381615" cy="1230649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highlight>
                <a:srgbClr val="FFFF00"/>
              </a:highligh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40" name="Rectangle: Single Corner Snipped 139">
            <a:extLst>
              <a:ext uri="{FF2B5EF4-FFF2-40B4-BE49-F238E27FC236}">
                <a16:creationId xmlns:a16="http://schemas.microsoft.com/office/drawing/2014/main" id="{3317785D-3C5A-00B7-F143-024BF28625B4}"/>
              </a:ext>
            </a:extLst>
          </p:cNvPr>
          <p:cNvSpPr/>
          <p:nvPr/>
        </p:nvSpPr>
        <p:spPr>
          <a:xfrm rot="5400000">
            <a:off x="6867776" y="4813894"/>
            <a:ext cx="381615" cy="1230649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Network</a:t>
            </a:r>
            <a:endParaRPr lang="fa-IR" sz="1600" dirty="0">
              <a:solidFill>
                <a:schemeClr val="tx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B3FE6-9391-355A-F78E-22808F1AC149}"/>
              </a:ext>
            </a:extLst>
          </p:cNvPr>
          <p:cNvSpPr txBox="1"/>
          <p:nvPr/>
        </p:nvSpPr>
        <p:spPr>
          <a:xfrm>
            <a:off x="1120464" y="2423610"/>
            <a:ext cx="1716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Office Users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BBB1E-7EA0-B79E-7179-3A14025A3442}"/>
              </a:ext>
            </a:extLst>
          </p:cNvPr>
          <p:cNvSpPr txBox="1"/>
          <p:nvPr/>
        </p:nvSpPr>
        <p:spPr>
          <a:xfrm>
            <a:off x="3307862" y="4589518"/>
            <a:ext cx="177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10.10.50.0/29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C5F824-8C1B-9B7D-CB33-62649EF1EDFE}"/>
              </a:ext>
            </a:extLst>
          </p:cNvPr>
          <p:cNvSpPr txBox="1"/>
          <p:nvPr/>
        </p:nvSpPr>
        <p:spPr>
          <a:xfrm>
            <a:off x="1120464" y="3506564"/>
            <a:ext cx="2346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IT &amp; Management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2F61B-3893-6E32-E400-7BF6E97921EE}"/>
              </a:ext>
            </a:extLst>
          </p:cNvPr>
          <p:cNvSpPr txBox="1"/>
          <p:nvPr/>
        </p:nvSpPr>
        <p:spPr>
          <a:xfrm>
            <a:off x="1120464" y="4589518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Switches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6D8397-4BB9-D2F4-39AF-93938E8C0537}"/>
              </a:ext>
            </a:extLst>
          </p:cNvPr>
          <p:cNvSpPr txBox="1"/>
          <p:nvPr/>
        </p:nvSpPr>
        <p:spPr>
          <a:xfrm>
            <a:off x="6348589" y="1962176"/>
            <a:ext cx="146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IRANSans" panose="02040503050201020203" pitchFamily="18" charset="-78"/>
                <a:cs typeface="IRANSans" panose="02040503050201020203" pitchFamily="18" charset="-78"/>
              </a:rPr>
              <a:t>Office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CFA50-67A7-7B84-B552-2B7B17655F64}"/>
              </a:ext>
            </a:extLst>
          </p:cNvPr>
          <p:cNvSpPr txBox="1"/>
          <p:nvPr/>
        </p:nvSpPr>
        <p:spPr>
          <a:xfrm>
            <a:off x="3307862" y="2423610"/>
            <a:ext cx="1777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10.10.10.0/26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D4D27-C82D-BF25-A01C-95BCCA3BA31A}"/>
              </a:ext>
            </a:extLst>
          </p:cNvPr>
          <p:cNvSpPr txBox="1"/>
          <p:nvPr/>
        </p:nvSpPr>
        <p:spPr>
          <a:xfrm>
            <a:off x="3307862" y="3506564"/>
            <a:ext cx="177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10.10.30.0/27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51BCFF-380F-7F4B-835C-E2D7F1909F33}"/>
              </a:ext>
            </a:extLst>
          </p:cNvPr>
          <p:cNvGrpSpPr/>
          <p:nvPr/>
        </p:nvGrpSpPr>
        <p:grpSpPr>
          <a:xfrm rot="862250">
            <a:off x="8940024" y="2233780"/>
            <a:ext cx="2184400" cy="3412577"/>
            <a:chOff x="155576" y="2251622"/>
            <a:chExt cx="2184400" cy="34125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CB4AC2-91B2-4918-E8A3-343082A6ABD6}"/>
                </a:ext>
              </a:extLst>
            </p:cNvPr>
            <p:cNvGrpSpPr/>
            <p:nvPr/>
          </p:nvGrpSpPr>
          <p:grpSpPr>
            <a:xfrm>
              <a:off x="314062" y="2251622"/>
              <a:ext cx="1867429" cy="3412577"/>
              <a:chOff x="550979" y="1292772"/>
              <a:chExt cx="1867429" cy="3412577"/>
            </a:xfrm>
          </p:grpSpPr>
          <p:sp>
            <p:nvSpPr>
              <p:cNvPr id="122" name="Rounded Rectangle 69">
                <a:extLst>
                  <a:ext uri="{FF2B5EF4-FFF2-40B4-BE49-F238E27FC236}">
                    <a16:creationId xmlns:a16="http://schemas.microsoft.com/office/drawing/2014/main" id="{206D98C4-797C-EBD4-3BED-F913C0942D56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23" name="Rounded Rectangle 66">
                <a:extLst>
                  <a:ext uri="{FF2B5EF4-FFF2-40B4-BE49-F238E27FC236}">
                    <a16:creationId xmlns:a16="http://schemas.microsoft.com/office/drawing/2014/main" id="{D8BFF528-D79F-E567-8E12-31149C9FD961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DDC2C59A-E23B-2174-A7B2-7F361177D86B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25" name="Rounded Rectangle 68">
                <a:extLst>
                  <a:ext uri="{FF2B5EF4-FFF2-40B4-BE49-F238E27FC236}">
                    <a16:creationId xmlns:a16="http://schemas.microsoft.com/office/drawing/2014/main" id="{D0E325A1-FD61-099D-31E0-64626D56C813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F31737-0EE6-DCD9-DBCD-4D2198D3BDF8}"/>
                </a:ext>
              </a:extLst>
            </p:cNvPr>
            <p:cNvSpPr txBox="1"/>
            <p:nvPr/>
          </p:nvSpPr>
          <p:spPr>
            <a:xfrm>
              <a:off x="427723" y="2691877"/>
              <a:ext cx="16401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Office Users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BE8CAD-788C-1682-DE8B-B1276A77BF8C}"/>
                </a:ext>
              </a:extLst>
            </p:cNvPr>
            <p:cNvSpPr txBox="1"/>
            <p:nvPr/>
          </p:nvSpPr>
          <p:spPr>
            <a:xfrm>
              <a:off x="288926" y="3213297"/>
              <a:ext cx="19177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10.10.10.0/26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5B74A8-1FD3-AE3F-A511-4956C3180968}"/>
                </a:ext>
              </a:extLst>
            </p:cNvPr>
            <p:cNvSpPr txBox="1"/>
            <p:nvPr/>
          </p:nvSpPr>
          <p:spPr>
            <a:xfrm>
              <a:off x="155576" y="4170453"/>
              <a:ext cx="21844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255.255.255.192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D1F6C19-C487-853A-6049-B0598F83933F}"/>
                </a:ext>
              </a:extLst>
            </p:cNvPr>
            <p:cNvSpPr txBox="1"/>
            <p:nvPr/>
          </p:nvSpPr>
          <p:spPr>
            <a:xfrm>
              <a:off x="236917" y="4944580"/>
              <a:ext cx="2021718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Usable IPs: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62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E673B01-F624-9068-7911-A20C7E62BEF6}"/>
              </a:ext>
            </a:extLst>
          </p:cNvPr>
          <p:cNvGrpSpPr/>
          <p:nvPr/>
        </p:nvGrpSpPr>
        <p:grpSpPr>
          <a:xfrm rot="21011960">
            <a:off x="8985633" y="2402927"/>
            <a:ext cx="2184400" cy="3412577"/>
            <a:chOff x="2206626" y="3318422"/>
            <a:chExt cx="2184400" cy="3412577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55FAB18-1251-819F-F79B-3BB4258BF693}"/>
                </a:ext>
              </a:extLst>
            </p:cNvPr>
            <p:cNvGrpSpPr/>
            <p:nvPr/>
          </p:nvGrpSpPr>
          <p:grpSpPr>
            <a:xfrm>
              <a:off x="2365112" y="3318422"/>
              <a:ext cx="1867429" cy="3412577"/>
              <a:chOff x="550979" y="1292772"/>
              <a:chExt cx="1867429" cy="3412577"/>
            </a:xfrm>
          </p:grpSpPr>
          <p:sp>
            <p:nvSpPr>
              <p:cNvPr id="132" name="Rounded Rectangle 69">
                <a:extLst>
                  <a:ext uri="{FF2B5EF4-FFF2-40B4-BE49-F238E27FC236}">
                    <a16:creationId xmlns:a16="http://schemas.microsoft.com/office/drawing/2014/main" id="{A1BBF960-A2A1-6FF3-B86A-8DC397FC5144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33" name="Rounded Rectangle 66">
                <a:extLst>
                  <a:ext uri="{FF2B5EF4-FFF2-40B4-BE49-F238E27FC236}">
                    <a16:creationId xmlns:a16="http://schemas.microsoft.com/office/drawing/2014/main" id="{01FCA003-DBE1-AAF5-5012-430691CA8F2F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27082A3E-5CA0-3526-FB9D-590C57E6390C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42" name="Rounded Rectangle 68">
                <a:extLst>
                  <a:ext uri="{FF2B5EF4-FFF2-40B4-BE49-F238E27FC236}">
                    <a16:creationId xmlns:a16="http://schemas.microsoft.com/office/drawing/2014/main" id="{EAC9E4BE-C31A-46DB-ED5B-3999830D926F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A2B78DE-83AA-FBF9-D634-74305507A6A8}"/>
                </a:ext>
              </a:extLst>
            </p:cNvPr>
            <p:cNvSpPr txBox="1"/>
            <p:nvPr/>
          </p:nvSpPr>
          <p:spPr>
            <a:xfrm>
              <a:off x="2349071" y="3758677"/>
              <a:ext cx="18995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VPN / Remote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663FC78-F740-F680-828D-7FD7557BD31F}"/>
                </a:ext>
              </a:extLst>
            </p:cNvPr>
            <p:cNvSpPr txBox="1"/>
            <p:nvPr/>
          </p:nvSpPr>
          <p:spPr>
            <a:xfrm>
              <a:off x="2339976" y="4295214"/>
              <a:ext cx="19177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dirty="0">
                  <a:latin typeface="IRANSans" panose="02040503050201020203" pitchFamily="18" charset="-78"/>
                  <a:cs typeface="IRANSans" panose="02040503050201020203" pitchFamily="18" charset="-78"/>
                </a:rPr>
                <a:t>10.10.20.0/25</a:t>
              </a:r>
              <a:endParaRPr lang="en-US" sz="1400" kern="100" dirty="0">
                <a:effectLst/>
                <a:latin typeface="IRANSans" panose="02040503050201020203" pitchFamily="18" charset="-78"/>
                <a:ea typeface="Aptos" panose="020B0004020202020204" pitchFamily="34" charset="0"/>
                <a:cs typeface="IRANSans" panose="02040503050201020203" pitchFamily="18" charset="-78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AC6A888-4F4A-CE47-B74B-E00FCC6EF38C}"/>
                </a:ext>
              </a:extLst>
            </p:cNvPr>
            <p:cNvSpPr txBox="1"/>
            <p:nvPr/>
          </p:nvSpPr>
          <p:spPr>
            <a:xfrm>
              <a:off x="2206626" y="5178577"/>
              <a:ext cx="21844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255.255.255.128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A66A41D-A61E-EA2D-9E73-3318380D86C2}"/>
                </a:ext>
              </a:extLst>
            </p:cNvPr>
            <p:cNvSpPr txBox="1"/>
            <p:nvPr/>
          </p:nvSpPr>
          <p:spPr>
            <a:xfrm>
              <a:off x="2287967" y="6030201"/>
              <a:ext cx="2021718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 </a:t>
              </a:r>
              <a:r>
                <a:rPr lang="en-US" sz="1400" dirty="0">
                  <a:latin typeface="IRANSans" panose="02040503050201020203" pitchFamily="18" charset="-78"/>
                  <a:cs typeface="IRANSans" panose="02040503050201020203" pitchFamily="18" charset="-78"/>
                </a:rPr>
                <a:t>126</a:t>
              </a:r>
              <a:endParaRPr lang="en-US" sz="1400" kern="100" dirty="0">
                <a:effectLst/>
                <a:latin typeface="IRANSans" panose="02040503050201020203" pitchFamily="18" charset="-78"/>
                <a:ea typeface="Aptos" panose="020B0004020202020204" pitchFamily="34" charset="0"/>
                <a:cs typeface="IRANSans" panose="02040503050201020203" pitchFamily="18" charset="-78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2694243-9265-5B4A-0E4D-FAC3AFC30BAF}"/>
              </a:ext>
            </a:extLst>
          </p:cNvPr>
          <p:cNvGrpSpPr/>
          <p:nvPr/>
        </p:nvGrpSpPr>
        <p:grpSpPr>
          <a:xfrm>
            <a:off x="8955764" y="2211503"/>
            <a:ext cx="2184400" cy="3412577"/>
            <a:chOff x="4509833" y="1551938"/>
            <a:chExt cx="2184400" cy="3412577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822717A8-A82A-D88A-E775-C945F54D5B91}"/>
                </a:ext>
              </a:extLst>
            </p:cNvPr>
            <p:cNvGrpSpPr/>
            <p:nvPr/>
          </p:nvGrpSpPr>
          <p:grpSpPr>
            <a:xfrm>
              <a:off x="4668319" y="1551938"/>
              <a:ext cx="1867429" cy="3412577"/>
              <a:chOff x="550979" y="1292772"/>
              <a:chExt cx="1867429" cy="3412577"/>
            </a:xfrm>
          </p:grpSpPr>
          <p:sp>
            <p:nvSpPr>
              <p:cNvPr id="149" name="Rounded Rectangle 69">
                <a:extLst>
                  <a:ext uri="{FF2B5EF4-FFF2-40B4-BE49-F238E27FC236}">
                    <a16:creationId xmlns:a16="http://schemas.microsoft.com/office/drawing/2014/main" id="{9CB9BC31-8DD5-B33D-89B2-60B1A46EA9F2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50" name="Rounded Rectangle 66">
                <a:extLst>
                  <a:ext uri="{FF2B5EF4-FFF2-40B4-BE49-F238E27FC236}">
                    <a16:creationId xmlns:a16="http://schemas.microsoft.com/office/drawing/2014/main" id="{5BFF400C-EFA4-C942-BF18-5F9233E2E2AE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45F8572-6F8C-08B9-260F-9D0C6BDB3180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52" name="Rounded Rectangle 68">
                <a:extLst>
                  <a:ext uri="{FF2B5EF4-FFF2-40B4-BE49-F238E27FC236}">
                    <a16:creationId xmlns:a16="http://schemas.microsoft.com/office/drawing/2014/main" id="{112863B6-88A5-11C4-5C1A-59DDFEF4903F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BE93449-F46E-6256-9938-6AEDB7A19FAA}"/>
                </a:ext>
              </a:extLst>
            </p:cNvPr>
            <p:cNvSpPr txBox="1"/>
            <p:nvPr/>
          </p:nvSpPr>
          <p:spPr>
            <a:xfrm>
              <a:off x="4871783" y="1992193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SA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مدیریت و </a:t>
              </a:r>
              <a:r>
                <a:rPr lang="en-US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IT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CFF40EB-D66C-5C58-356F-D138C426EA36}"/>
                </a:ext>
              </a:extLst>
            </p:cNvPr>
            <p:cNvSpPr txBox="1"/>
            <p:nvPr/>
          </p:nvSpPr>
          <p:spPr>
            <a:xfrm>
              <a:off x="4643183" y="2495728"/>
              <a:ext cx="19177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10.10.30.0/27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EFCFE84-461C-2B90-9DD2-891B1C5D2CBE}"/>
                </a:ext>
              </a:extLst>
            </p:cNvPr>
            <p:cNvSpPr txBox="1"/>
            <p:nvPr/>
          </p:nvSpPr>
          <p:spPr>
            <a:xfrm>
              <a:off x="4509833" y="3342818"/>
              <a:ext cx="21844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255.255.255.224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CAE5C431-A935-887D-93B3-0F5135757A4C}"/>
                </a:ext>
              </a:extLst>
            </p:cNvPr>
            <p:cNvSpPr txBox="1"/>
            <p:nvPr/>
          </p:nvSpPr>
          <p:spPr>
            <a:xfrm>
              <a:off x="4591174" y="4189907"/>
              <a:ext cx="2021718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 30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0FEB718-7EE2-DBA1-18B1-483F6233D841}"/>
              </a:ext>
            </a:extLst>
          </p:cNvPr>
          <p:cNvGrpSpPr/>
          <p:nvPr/>
        </p:nvGrpSpPr>
        <p:grpSpPr>
          <a:xfrm rot="1800000">
            <a:off x="9030172" y="2161892"/>
            <a:ext cx="2184400" cy="3412577"/>
            <a:chOff x="6708775" y="3623117"/>
            <a:chExt cx="2184400" cy="3412577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19D9835F-3B4C-0F47-FAC5-82D4A76143CD}"/>
                </a:ext>
              </a:extLst>
            </p:cNvPr>
            <p:cNvGrpSpPr/>
            <p:nvPr/>
          </p:nvGrpSpPr>
          <p:grpSpPr>
            <a:xfrm>
              <a:off x="6867261" y="3623117"/>
              <a:ext cx="1867429" cy="3412577"/>
              <a:chOff x="550979" y="1292772"/>
              <a:chExt cx="1867429" cy="3412577"/>
            </a:xfrm>
          </p:grpSpPr>
          <p:sp>
            <p:nvSpPr>
              <p:cNvPr id="159" name="Rounded Rectangle 69">
                <a:extLst>
                  <a:ext uri="{FF2B5EF4-FFF2-40B4-BE49-F238E27FC236}">
                    <a16:creationId xmlns:a16="http://schemas.microsoft.com/office/drawing/2014/main" id="{11B3BC41-052A-8D16-81FD-113B091CC010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60" name="Rounded Rectangle 66">
                <a:extLst>
                  <a:ext uri="{FF2B5EF4-FFF2-40B4-BE49-F238E27FC236}">
                    <a16:creationId xmlns:a16="http://schemas.microsoft.com/office/drawing/2014/main" id="{CB63127F-929D-54E9-408A-16064B788969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B83CB87-2EBD-3157-1BFC-46EAAE1BFF7D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62" name="Rounded Rectangle 68">
                <a:extLst>
                  <a:ext uri="{FF2B5EF4-FFF2-40B4-BE49-F238E27FC236}">
                    <a16:creationId xmlns:a16="http://schemas.microsoft.com/office/drawing/2014/main" id="{6E658773-88E5-A8A7-C581-497BD1E2EAA3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93CE82F-16C8-AEA8-04C6-BC8C06674CC4}"/>
                </a:ext>
              </a:extLst>
            </p:cNvPr>
            <p:cNvSpPr txBox="1"/>
            <p:nvPr/>
          </p:nvSpPr>
          <p:spPr>
            <a:xfrm>
              <a:off x="7070725" y="4063372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CCTV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891E58F-053D-EF85-A762-962DE4EEE888}"/>
                </a:ext>
              </a:extLst>
            </p:cNvPr>
            <p:cNvSpPr txBox="1"/>
            <p:nvPr/>
          </p:nvSpPr>
          <p:spPr>
            <a:xfrm>
              <a:off x="6842126" y="4595376"/>
              <a:ext cx="19177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10.10.40.0/26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4600F8E0-DC7D-F66F-4E48-678A56CD1518}"/>
                </a:ext>
              </a:extLst>
            </p:cNvPr>
            <p:cNvSpPr txBox="1"/>
            <p:nvPr/>
          </p:nvSpPr>
          <p:spPr>
            <a:xfrm>
              <a:off x="6708775" y="5442466"/>
              <a:ext cx="21844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255.255.255.192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1607117D-FD57-4AC9-5612-905A797F1585}"/>
                </a:ext>
              </a:extLst>
            </p:cNvPr>
            <p:cNvSpPr txBox="1"/>
            <p:nvPr/>
          </p:nvSpPr>
          <p:spPr>
            <a:xfrm>
              <a:off x="6790116" y="6289555"/>
              <a:ext cx="2021718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 62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B66B9C2-3EA0-F384-11C6-61CE50BF2C0F}"/>
              </a:ext>
            </a:extLst>
          </p:cNvPr>
          <p:cNvGrpSpPr/>
          <p:nvPr/>
        </p:nvGrpSpPr>
        <p:grpSpPr>
          <a:xfrm>
            <a:off x="9009855" y="2264682"/>
            <a:ext cx="2184400" cy="3412577"/>
            <a:chOff x="9490074" y="2001420"/>
            <a:chExt cx="2184400" cy="3412577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8C5E635-F6CE-B7AD-7826-C9A352347453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169" name="Rounded Rectangle 69">
                <a:extLst>
                  <a:ext uri="{FF2B5EF4-FFF2-40B4-BE49-F238E27FC236}">
                    <a16:creationId xmlns:a16="http://schemas.microsoft.com/office/drawing/2014/main" id="{6EBD3024-B081-BD01-98F9-FB2DDF3C3FAD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70" name="Rounded Rectangle 66">
                <a:extLst>
                  <a:ext uri="{FF2B5EF4-FFF2-40B4-BE49-F238E27FC236}">
                    <a16:creationId xmlns:a16="http://schemas.microsoft.com/office/drawing/2014/main" id="{10215549-7C9E-61DA-7BA6-0BF6673D6CB6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375924B-3A86-ECC1-0993-F02A70782532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72" name="Rounded Rectangle 68">
                <a:extLst>
                  <a:ext uri="{FF2B5EF4-FFF2-40B4-BE49-F238E27FC236}">
                    <a16:creationId xmlns:a16="http://schemas.microsoft.com/office/drawing/2014/main" id="{68BC7C35-74DC-1DD0-2446-857780F7DC20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4CA5805-D9FE-65CA-4526-0BE2DFD12B4C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ar-SA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سوئیچ‌ها </a:t>
              </a:r>
              <a:endPara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3D2DDB5-6E98-DE72-BCB9-F3328ADA6CF6}"/>
                </a:ext>
              </a:extLst>
            </p:cNvPr>
            <p:cNvSpPr txBox="1"/>
            <p:nvPr/>
          </p:nvSpPr>
          <p:spPr>
            <a:xfrm>
              <a:off x="9623424" y="2945210"/>
              <a:ext cx="19177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10.10.50.0/29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B376AD69-EF35-B149-7071-E47BA4CEB6AA}"/>
                </a:ext>
              </a:extLst>
            </p:cNvPr>
            <p:cNvSpPr txBox="1"/>
            <p:nvPr/>
          </p:nvSpPr>
          <p:spPr>
            <a:xfrm>
              <a:off x="9490074" y="3792300"/>
              <a:ext cx="21844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255.255.255.248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D2A5624-0CD2-EEA8-1106-651D638B2D56}"/>
                </a:ext>
              </a:extLst>
            </p:cNvPr>
            <p:cNvSpPr txBox="1"/>
            <p:nvPr/>
          </p:nvSpPr>
          <p:spPr>
            <a:xfrm>
              <a:off x="9571415" y="4639389"/>
              <a:ext cx="2021718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 6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9CDCE99-DD19-47A0-FB40-ADB144939912}"/>
              </a:ext>
            </a:extLst>
          </p:cNvPr>
          <p:cNvGrpSpPr/>
          <p:nvPr/>
        </p:nvGrpSpPr>
        <p:grpSpPr>
          <a:xfrm rot="19800000">
            <a:off x="8988280" y="2272494"/>
            <a:ext cx="2184400" cy="3412577"/>
            <a:chOff x="9490074" y="2001420"/>
            <a:chExt cx="2184400" cy="3412577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6B624EE-91F9-45F4-0B64-097DA7BAD778}"/>
                </a:ext>
              </a:extLst>
            </p:cNvPr>
            <p:cNvGrpSpPr/>
            <p:nvPr/>
          </p:nvGrpSpPr>
          <p:grpSpPr>
            <a:xfrm>
              <a:off x="9648560" y="2001420"/>
              <a:ext cx="1867429" cy="3412577"/>
              <a:chOff x="550979" y="1292772"/>
              <a:chExt cx="1867429" cy="3412577"/>
            </a:xfrm>
          </p:grpSpPr>
          <p:sp>
            <p:nvSpPr>
              <p:cNvPr id="179" name="Rounded Rectangle 69">
                <a:extLst>
                  <a:ext uri="{FF2B5EF4-FFF2-40B4-BE49-F238E27FC236}">
                    <a16:creationId xmlns:a16="http://schemas.microsoft.com/office/drawing/2014/main" id="{6FF5DE1A-A8F2-DE46-E150-ED3F6C912D5F}"/>
                  </a:ext>
                </a:extLst>
              </p:cNvPr>
              <p:cNvSpPr/>
              <p:nvPr/>
            </p:nvSpPr>
            <p:spPr bwMode="auto">
              <a:xfrm>
                <a:off x="947217" y="1292772"/>
                <a:ext cx="1074953" cy="304695"/>
              </a:xfrm>
              <a:prstGeom prst="roundRect">
                <a:avLst>
                  <a:gd name="adj" fmla="val 30606"/>
                </a:avLst>
              </a:prstGeom>
              <a:solidFill>
                <a:srgbClr val="00206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80" name="Rounded Rectangle 66">
                <a:extLst>
                  <a:ext uri="{FF2B5EF4-FFF2-40B4-BE49-F238E27FC236}">
                    <a16:creationId xmlns:a16="http://schemas.microsoft.com/office/drawing/2014/main" id="{8E216156-31F1-3FB9-477D-BA9E4F8FB248}"/>
                  </a:ext>
                </a:extLst>
              </p:cNvPr>
              <p:cNvSpPr/>
              <p:nvPr/>
            </p:nvSpPr>
            <p:spPr bwMode="auto">
              <a:xfrm>
                <a:off x="644650" y="1422412"/>
                <a:ext cx="1680086" cy="3282937"/>
              </a:xfrm>
              <a:prstGeom prst="roundRect">
                <a:avLst>
                  <a:gd name="adj" fmla="val 8703"/>
                </a:avLst>
              </a:prstGeom>
              <a:solidFill>
                <a:schemeClr val="bg1"/>
              </a:solidFill>
              <a:ln w="7620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BF06D279-D493-F180-E9E1-F44B339228B8}"/>
                  </a:ext>
                </a:extLst>
              </p:cNvPr>
              <p:cNvSpPr/>
              <p:nvPr/>
            </p:nvSpPr>
            <p:spPr bwMode="auto">
              <a:xfrm>
                <a:off x="550979" y="1752075"/>
                <a:ext cx="1867429" cy="329740"/>
              </a:xfrm>
              <a:prstGeom prst="rect">
                <a:avLst/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>
                <a:outerShdw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  <p:sp>
            <p:nvSpPr>
              <p:cNvPr id="182" name="Rounded Rectangle 68">
                <a:extLst>
                  <a:ext uri="{FF2B5EF4-FFF2-40B4-BE49-F238E27FC236}">
                    <a16:creationId xmlns:a16="http://schemas.microsoft.com/office/drawing/2014/main" id="{E156EFF5-E820-3E8D-C153-A5DE455D75C5}"/>
                  </a:ext>
                </a:extLst>
              </p:cNvPr>
              <p:cNvSpPr/>
              <p:nvPr/>
            </p:nvSpPr>
            <p:spPr bwMode="auto">
              <a:xfrm>
                <a:off x="1012946" y="1299136"/>
                <a:ext cx="943494" cy="246553"/>
              </a:xfrm>
              <a:prstGeom prst="roundRect">
                <a:avLst>
                  <a:gd name="adj" fmla="val 4138"/>
                </a:avLst>
              </a:prstGeom>
              <a:solidFill>
                <a:srgbClr val="0082B0"/>
              </a:solidFill>
              <a:ln w="19050">
                <a:solidFill>
                  <a:srgbClr val="0082B0"/>
                </a:solidFill>
              </a:ln>
              <a:effectLst/>
            </p:spPr>
            <p:txBody>
              <a:bodyPr vert="horz" wrap="square" lIns="68562" tIns="34281" rIns="68562" bIns="34281" numCol="1" rtl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a-IR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" panose="02040503050201020203" pitchFamily="18" charset="-78"/>
                  <a:ea typeface="微软雅黑" panose="020B0503020204020204" pitchFamily="34" charset="-122"/>
                  <a:cs typeface="IRANSans" panose="02040503050201020203" pitchFamily="18" charset="-78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40F6D7B-B358-A7AF-A9C7-95371E24E6B4}"/>
                </a:ext>
              </a:extLst>
            </p:cNvPr>
            <p:cNvSpPr txBox="1"/>
            <p:nvPr/>
          </p:nvSpPr>
          <p:spPr>
            <a:xfrm>
              <a:off x="9852024" y="2441675"/>
              <a:ext cx="1460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Wi-Fi</a:t>
              </a:r>
              <a:r>
                <a:rPr lang="ar-SA" dirty="0">
                  <a:solidFill>
                    <a:schemeClr val="bg1"/>
                  </a:solidFill>
                  <a:latin typeface="IRANSans" panose="02040503050201020203" pitchFamily="18" charset="-78"/>
                  <a:cs typeface="IRANSans" panose="02040503050201020203" pitchFamily="18" charset="-78"/>
                </a:rPr>
                <a:t> </a:t>
              </a:r>
              <a:endPara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AE85473D-9D7A-8931-23A9-A5F4319E142B}"/>
                </a:ext>
              </a:extLst>
            </p:cNvPr>
            <p:cNvSpPr txBox="1"/>
            <p:nvPr/>
          </p:nvSpPr>
          <p:spPr>
            <a:xfrm>
              <a:off x="9623424" y="2973679"/>
              <a:ext cx="19177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Network: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10.10.60.0/29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5623890-79E1-9465-2EDF-7A5802FC0411}"/>
                </a:ext>
              </a:extLst>
            </p:cNvPr>
            <p:cNvSpPr txBox="1"/>
            <p:nvPr/>
          </p:nvSpPr>
          <p:spPr>
            <a:xfrm>
              <a:off x="9490074" y="3820770"/>
              <a:ext cx="2184400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Subnet Mask: 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255.255.255.248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D5C68FFA-85D0-4880-3E48-F559B6F14266}"/>
                </a:ext>
              </a:extLst>
            </p:cNvPr>
            <p:cNvSpPr txBox="1"/>
            <p:nvPr/>
          </p:nvSpPr>
          <p:spPr>
            <a:xfrm>
              <a:off x="9571415" y="4667858"/>
              <a:ext cx="2021718" cy="655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Usable IPs:</a:t>
              </a:r>
            </a:p>
            <a:p>
              <a:pPr algn="ctr" rtl="1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 dirty="0">
                  <a:effectLst/>
                  <a:latin typeface="IRANSans" panose="02040503050201020203" pitchFamily="18" charset="-78"/>
                  <a:ea typeface="Aptos" panose="020B0004020202020204" pitchFamily="34" charset="0"/>
                  <a:cs typeface="IRANSans" panose="02040503050201020203" pitchFamily="18" charset="-78"/>
                </a:rPr>
                <a:t> 6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4E35476E-7067-4F90-ECD0-C51BA7A8F823}"/>
              </a:ext>
            </a:extLst>
          </p:cNvPr>
          <p:cNvSpPr txBox="1"/>
          <p:nvPr/>
        </p:nvSpPr>
        <p:spPr>
          <a:xfrm>
            <a:off x="1120464" y="2965087"/>
            <a:ext cx="1867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Remote Users :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EB9EF5A-9265-EE57-2A83-0A0DD2E3216B}"/>
              </a:ext>
            </a:extLst>
          </p:cNvPr>
          <p:cNvSpPr txBox="1"/>
          <p:nvPr/>
        </p:nvSpPr>
        <p:spPr>
          <a:xfrm>
            <a:off x="1120464" y="4048041"/>
            <a:ext cx="1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CCTV :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7F8AD78-89C4-BA47-CA87-40EA30CFC418}"/>
              </a:ext>
            </a:extLst>
          </p:cNvPr>
          <p:cNvSpPr txBox="1"/>
          <p:nvPr/>
        </p:nvSpPr>
        <p:spPr>
          <a:xfrm>
            <a:off x="1120464" y="5130995"/>
            <a:ext cx="133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WiFi</a:t>
            </a:r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APs :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6783EEC-D37A-185B-5457-EB649894C79A}"/>
              </a:ext>
            </a:extLst>
          </p:cNvPr>
          <p:cNvSpPr txBox="1"/>
          <p:nvPr/>
        </p:nvSpPr>
        <p:spPr>
          <a:xfrm>
            <a:off x="3307862" y="5130995"/>
            <a:ext cx="177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10.10.60.0/29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7609C28-028E-206D-5D51-1DA5BA156177}"/>
              </a:ext>
            </a:extLst>
          </p:cNvPr>
          <p:cNvSpPr txBox="1"/>
          <p:nvPr/>
        </p:nvSpPr>
        <p:spPr>
          <a:xfrm>
            <a:off x="3307862" y="2965087"/>
            <a:ext cx="177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10.10.20.0/25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CBBB653-9E2E-13F0-A639-6CFBEE24EE4A}"/>
              </a:ext>
            </a:extLst>
          </p:cNvPr>
          <p:cNvSpPr txBox="1"/>
          <p:nvPr/>
        </p:nvSpPr>
        <p:spPr>
          <a:xfrm>
            <a:off x="3307862" y="4048041"/>
            <a:ext cx="177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10.10.40.0/26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F948E21-C7C5-09A7-5719-9171472D6695}"/>
              </a:ext>
            </a:extLst>
          </p:cNvPr>
          <p:cNvGrpSpPr/>
          <p:nvPr/>
        </p:nvGrpSpPr>
        <p:grpSpPr>
          <a:xfrm>
            <a:off x="12192000" y="0"/>
            <a:ext cx="17335500" cy="6875188"/>
            <a:chOff x="12192000" y="0"/>
            <a:chExt cx="17335500" cy="6875188"/>
          </a:xfrm>
        </p:grpSpPr>
        <p:sp>
          <p:nvSpPr>
            <p:cNvPr id="198" name="Parallelogram 197">
              <a:extLst>
                <a:ext uri="{FF2B5EF4-FFF2-40B4-BE49-F238E27FC236}">
                  <a16:creationId xmlns:a16="http://schemas.microsoft.com/office/drawing/2014/main" id="{2D2B8CC6-B280-D764-61E1-102DF35BF42D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BBAA41BB-3F18-9308-6F15-0C9D3229CA70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199" name="Parallelogram 198">
                <a:extLst>
                  <a:ext uri="{FF2B5EF4-FFF2-40B4-BE49-F238E27FC236}">
                    <a16:creationId xmlns:a16="http://schemas.microsoft.com/office/drawing/2014/main" id="{1F34C279-FFD3-DC9B-B25F-737122F1EE77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Parallelogram 199">
                <a:extLst>
                  <a:ext uri="{FF2B5EF4-FFF2-40B4-BE49-F238E27FC236}">
                    <a16:creationId xmlns:a16="http://schemas.microsoft.com/office/drawing/2014/main" id="{5034AE3A-BB97-5942-EF93-BF6921DA7B41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Parallelogram 200">
                <a:extLst>
                  <a:ext uri="{FF2B5EF4-FFF2-40B4-BE49-F238E27FC236}">
                    <a16:creationId xmlns:a16="http://schemas.microsoft.com/office/drawing/2014/main" id="{75F51AC3-5DA6-F2AA-1DF4-863C204812AA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8945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920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17993A4F-7939-7F9F-2C6C-8987F1EDCFEC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DA093-BC13-BD2C-AC91-A1C2FDED87AD}"/>
              </a:ext>
            </a:extLst>
          </p:cNvPr>
          <p:cNvSpPr txBox="1"/>
          <p:nvPr/>
        </p:nvSpPr>
        <p:spPr>
          <a:xfrm>
            <a:off x="8356600" y="658789"/>
            <a:ext cx="2454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استراتژی آدرس‌دهی </a:t>
            </a:r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IP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09D9E185-B2C8-75FE-E5A9-334125C47FE3}"/>
              </a:ext>
            </a:extLst>
          </p:cNvPr>
          <p:cNvSpPr/>
          <p:nvPr/>
        </p:nvSpPr>
        <p:spPr>
          <a:xfrm>
            <a:off x="11220960" y="1987196"/>
            <a:ext cx="252000" cy="21600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82B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89E44-20A8-18B5-D6F1-DADBC0E9CAB0}"/>
              </a:ext>
            </a:extLst>
          </p:cNvPr>
          <p:cNvSpPr txBox="1"/>
          <p:nvPr/>
        </p:nvSpPr>
        <p:spPr>
          <a:xfrm>
            <a:off x="1002818" y="1832732"/>
            <a:ext cx="10218143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در طراحی شبکه شرکت، از رنج آدرس‌دهی خصوصی </a:t>
            </a:r>
            <a:r>
              <a:rPr lang="en-US" dirty="0">
                <a:solidFill>
                  <a:schemeClr val="bg1"/>
                </a:solidFill>
              </a:rPr>
              <a:t>10.10.0.0/16</a:t>
            </a:r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استفاده شده است. این رنج مطابق استاندارد </a:t>
            </a:r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RFC1918</a:t>
            </a:r>
            <a:r>
              <a:rPr lang="fa-IR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</a:t>
            </a:r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بوده و مخصوص شبکه‌های سازمانی است.</a:t>
            </a:r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B43A1C-E183-023A-967A-8234B23F4C38}"/>
              </a:ext>
            </a:extLst>
          </p:cNvPr>
          <p:cNvSpPr/>
          <p:nvPr/>
        </p:nvSpPr>
        <p:spPr>
          <a:xfrm>
            <a:off x="9843122" y="4354128"/>
            <a:ext cx="172657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دلایل انتخاب این استراتژی: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ea typeface="Calibri" panose="020F0502020204030204" pitchFamily="34" charset="0"/>
              <a:cs typeface="IRANSans" panose="02040503050201020203" pitchFamily="18" charset="-78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AB2663E7-FA04-5276-C4F1-74D3559D6153}"/>
              </a:ext>
            </a:extLst>
          </p:cNvPr>
          <p:cNvSpPr/>
          <p:nvPr/>
        </p:nvSpPr>
        <p:spPr>
          <a:xfrm flipH="1">
            <a:off x="9212344" y="3429000"/>
            <a:ext cx="464364" cy="432001"/>
          </a:xfrm>
          <a:prstGeom prst="flowChartConnector">
            <a:avLst/>
          </a:prstGeom>
          <a:noFill/>
          <a:ln w="12700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57E7F5AF-ACB5-FF8A-76EE-0572549A63E4}"/>
              </a:ext>
            </a:extLst>
          </p:cNvPr>
          <p:cNvSpPr/>
          <p:nvPr/>
        </p:nvSpPr>
        <p:spPr>
          <a:xfrm flipH="1">
            <a:off x="9248370" y="3466080"/>
            <a:ext cx="396000" cy="360000"/>
          </a:xfrm>
          <a:prstGeom prst="flowChartConnector">
            <a:avLst/>
          </a:prstGeom>
          <a:noFill/>
          <a:ln w="19050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778D7BAE-495E-20FC-D414-D034FCC92AA9}"/>
              </a:ext>
            </a:extLst>
          </p:cNvPr>
          <p:cNvSpPr/>
          <p:nvPr/>
        </p:nvSpPr>
        <p:spPr>
          <a:xfrm flipH="1">
            <a:off x="3136905" y="3443036"/>
            <a:ext cx="5663709" cy="432945"/>
          </a:xfrm>
          <a:prstGeom prst="roundRect">
            <a:avLst>
              <a:gd name="adj" fmla="val 11384"/>
            </a:avLst>
          </a:prstGeom>
          <a:noFill/>
          <a:ln w="19050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82DE3A8E-47BA-D772-04C7-6BCFAD63DF90}"/>
              </a:ext>
            </a:extLst>
          </p:cNvPr>
          <p:cNvSpPr/>
          <p:nvPr/>
        </p:nvSpPr>
        <p:spPr>
          <a:xfrm flipH="1">
            <a:off x="8686951" y="3547865"/>
            <a:ext cx="227325" cy="196511"/>
          </a:xfrm>
          <a:prstGeom prst="flowChartConnector">
            <a:avLst/>
          </a:prstGeom>
          <a:solidFill>
            <a:schemeClr val="bg1"/>
          </a:solidFill>
          <a:ln w="28575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CB0606-9FD2-45C4-8001-BD1798E586C1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H="1">
            <a:off x="8914277" y="3645001"/>
            <a:ext cx="298068" cy="1120"/>
          </a:xfrm>
          <a:prstGeom prst="line">
            <a:avLst/>
          </a:prstGeom>
          <a:ln w="28575">
            <a:solidFill>
              <a:srgbClr val="02A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3468478-0B4D-9EAB-46B9-0C429F31BCE3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9435001" y="3861001"/>
            <a:ext cx="0" cy="213083"/>
          </a:xfrm>
          <a:prstGeom prst="line">
            <a:avLst/>
          </a:prstGeom>
          <a:ln w="28575">
            <a:solidFill>
              <a:srgbClr val="02A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DA698E60-EB31-EA1D-EC11-8EDC221448ED}"/>
              </a:ext>
            </a:extLst>
          </p:cNvPr>
          <p:cNvSpPr/>
          <p:nvPr/>
        </p:nvSpPr>
        <p:spPr>
          <a:xfrm flipH="1">
            <a:off x="9212344" y="4076713"/>
            <a:ext cx="464364" cy="432001"/>
          </a:xfrm>
          <a:prstGeom prst="flowChartConnector">
            <a:avLst/>
          </a:prstGeom>
          <a:noFill/>
          <a:ln w="12700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E26A2A4B-C67A-5903-6977-58A0A2B14E8D}"/>
              </a:ext>
            </a:extLst>
          </p:cNvPr>
          <p:cNvSpPr/>
          <p:nvPr/>
        </p:nvSpPr>
        <p:spPr>
          <a:xfrm flipH="1">
            <a:off x="9248370" y="4113793"/>
            <a:ext cx="396000" cy="360000"/>
          </a:xfrm>
          <a:prstGeom prst="flowChartConnector">
            <a:avLst/>
          </a:prstGeom>
          <a:noFill/>
          <a:ln w="19050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9E1ECCD3-F1BD-E439-74F5-34D27508A6B0}"/>
              </a:ext>
            </a:extLst>
          </p:cNvPr>
          <p:cNvSpPr/>
          <p:nvPr/>
        </p:nvSpPr>
        <p:spPr>
          <a:xfrm flipH="1">
            <a:off x="3136905" y="4090749"/>
            <a:ext cx="5663709" cy="432945"/>
          </a:xfrm>
          <a:prstGeom prst="roundRect">
            <a:avLst>
              <a:gd name="adj" fmla="val 11384"/>
            </a:avLst>
          </a:prstGeom>
          <a:noFill/>
          <a:ln w="19050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55EE2CF-9E1D-2436-E0F9-CDCD307CA00E}"/>
              </a:ext>
            </a:extLst>
          </p:cNvPr>
          <p:cNvSpPr/>
          <p:nvPr/>
        </p:nvSpPr>
        <p:spPr>
          <a:xfrm flipH="1">
            <a:off x="8686951" y="4195578"/>
            <a:ext cx="227325" cy="196511"/>
          </a:xfrm>
          <a:prstGeom prst="flowChartConnector">
            <a:avLst/>
          </a:prstGeom>
          <a:solidFill>
            <a:schemeClr val="bg1"/>
          </a:solidFill>
          <a:ln w="28575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2019070-2369-5212-EEEE-2EECC6E01BC1}"/>
              </a:ext>
            </a:extLst>
          </p:cNvPr>
          <p:cNvCxnSpPr>
            <a:cxnSpLocks/>
            <a:stCxn id="30" idx="6"/>
            <a:endCxn id="33" idx="2"/>
          </p:cNvCxnSpPr>
          <p:nvPr/>
        </p:nvCxnSpPr>
        <p:spPr>
          <a:xfrm flipH="1">
            <a:off x="8914277" y="4292714"/>
            <a:ext cx="298068" cy="1120"/>
          </a:xfrm>
          <a:prstGeom prst="line">
            <a:avLst/>
          </a:prstGeom>
          <a:ln w="28575">
            <a:solidFill>
              <a:srgbClr val="09E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4F1C56-BCF8-04B7-C520-56D702CBF4F8}"/>
              </a:ext>
            </a:extLst>
          </p:cNvPr>
          <p:cNvCxnSpPr>
            <a:cxnSpLocks/>
            <a:stCxn id="30" idx="4"/>
          </p:cNvCxnSpPr>
          <p:nvPr/>
        </p:nvCxnSpPr>
        <p:spPr>
          <a:xfrm flipH="1">
            <a:off x="9435001" y="4508714"/>
            <a:ext cx="0" cy="213083"/>
          </a:xfrm>
          <a:prstGeom prst="line">
            <a:avLst/>
          </a:prstGeom>
          <a:ln w="28575">
            <a:solidFill>
              <a:srgbClr val="09E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DAC03EB7-9EAC-4C5F-E642-C1915F22AC80}"/>
              </a:ext>
            </a:extLst>
          </p:cNvPr>
          <p:cNvSpPr/>
          <p:nvPr/>
        </p:nvSpPr>
        <p:spPr>
          <a:xfrm flipH="1">
            <a:off x="9202003" y="5379353"/>
            <a:ext cx="464364" cy="432001"/>
          </a:xfrm>
          <a:prstGeom prst="flowChartConnector">
            <a:avLst/>
          </a:prstGeom>
          <a:noFill/>
          <a:ln w="12700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266A9FB0-A51A-61A4-C350-ED3A842B2E0E}"/>
              </a:ext>
            </a:extLst>
          </p:cNvPr>
          <p:cNvSpPr/>
          <p:nvPr/>
        </p:nvSpPr>
        <p:spPr>
          <a:xfrm flipH="1">
            <a:off x="9238029" y="5416433"/>
            <a:ext cx="396000" cy="360000"/>
          </a:xfrm>
          <a:prstGeom prst="flowChartConnector">
            <a:avLst/>
          </a:prstGeom>
          <a:noFill/>
          <a:ln w="19050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BE703E9F-EB3D-4E4C-4B6C-4D1662D98304}"/>
              </a:ext>
            </a:extLst>
          </p:cNvPr>
          <p:cNvSpPr/>
          <p:nvPr/>
        </p:nvSpPr>
        <p:spPr>
          <a:xfrm flipH="1">
            <a:off x="3126564" y="5393389"/>
            <a:ext cx="5663709" cy="432945"/>
          </a:xfrm>
          <a:prstGeom prst="roundRect">
            <a:avLst>
              <a:gd name="adj" fmla="val 11384"/>
            </a:avLst>
          </a:prstGeom>
          <a:noFill/>
          <a:ln w="19050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006B5123-9949-4629-4DE6-A7E36F30D311}"/>
              </a:ext>
            </a:extLst>
          </p:cNvPr>
          <p:cNvSpPr/>
          <p:nvPr/>
        </p:nvSpPr>
        <p:spPr>
          <a:xfrm flipH="1">
            <a:off x="8676610" y="5498218"/>
            <a:ext cx="227325" cy="196511"/>
          </a:xfrm>
          <a:prstGeom prst="flowChartConnector">
            <a:avLst/>
          </a:prstGeom>
          <a:solidFill>
            <a:schemeClr val="bg1"/>
          </a:solidFill>
          <a:ln w="28575" cap="flat" cmpd="sng" algn="ctr">
            <a:solidFill>
              <a:srgbClr val="09E18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C1D463-58C1-98D5-73B1-05C8D3149F1E}"/>
              </a:ext>
            </a:extLst>
          </p:cNvPr>
          <p:cNvCxnSpPr>
            <a:cxnSpLocks/>
            <a:stCxn id="25" idx="6"/>
            <a:endCxn id="28" idx="2"/>
          </p:cNvCxnSpPr>
          <p:nvPr/>
        </p:nvCxnSpPr>
        <p:spPr>
          <a:xfrm flipH="1">
            <a:off x="8903936" y="5595354"/>
            <a:ext cx="298068" cy="1120"/>
          </a:xfrm>
          <a:prstGeom prst="line">
            <a:avLst/>
          </a:prstGeom>
          <a:ln w="28575">
            <a:solidFill>
              <a:srgbClr val="09E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9A55C61-4207-F765-087E-F82627BCB78A}"/>
              </a:ext>
            </a:extLst>
          </p:cNvPr>
          <p:cNvSpPr/>
          <p:nvPr/>
        </p:nvSpPr>
        <p:spPr>
          <a:xfrm flipH="1">
            <a:off x="9212344" y="4723811"/>
            <a:ext cx="464364" cy="432001"/>
          </a:xfrm>
          <a:prstGeom prst="flowChartConnector">
            <a:avLst/>
          </a:prstGeom>
          <a:noFill/>
          <a:ln w="12700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7A5ED08-AD82-A8F4-7E19-FF2FA4814BE8}"/>
              </a:ext>
            </a:extLst>
          </p:cNvPr>
          <p:cNvSpPr/>
          <p:nvPr/>
        </p:nvSpPr>
        <p:spPr>
          <a:xfrm flipH="1">
            <a:off x="9248370" y="4760891"/>
            <a:ext cx="396000" cy="360000"/>
          </a:xfrm>
          <a:prstGeom prst="flowChartConnector">
            <a:avLst/>
          </a:prstGeom>
          <a:noFill/>
          <a:ln w="19050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11926EE4-7E85-EA72-EDB4-E44529D02B03}"/>
              </a:ext>
            </a:extLst>
          </p:cNvPr>
          <p:cNvSpPr/>
          <p:nvPr/>
        </p:nvSpPr>
        <p:spPr>
          <a:xfrm flipH="1">
            <a:off x="3136905" y="4737847"/>
            <a:ext cx="5663709" cy="432945"/>
          </a:xfrm>
          <a:prstGeom prst="roundRect">
            <a:avLst>
              <a:gd name="adj" fmla="val 11384"/>
            </a:avLst>
          </a:prstGeom>
          <a:noFill/>
          <a:ln w="19050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0EE0E38-CE51-3FF6-CFB1-E28354A6096D}"/>
              </a:ext>
            </a:extLst>
          </p:cNvPr>
          <p:cNvSpPr/>
          <p:nvPr/>
        </p:nvSpPr>
        <p:spPr>
          <a:xfrm flipH="1">
            <a:off x="8686951" y="4842676"/>
            <a:ext cx="227325" cy="196511"/>
          </a:xfrm>
          <a:prstGeom prst="flowChartConnector">
            <a:avLst/>
          </a:prstGeom>
          <a:solidFill>
            <a:schemeClr val="bg1"/>
          </a:solidFill>
          <a:ln w="28575" cap="flat" cmpd="sng" algn="ctr">
            <a:solidFill>
              <a:srgbClr val="02A6A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013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68E22C-B01B-8B1A-9650-3E49BE5A5443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H="1">
            <a:off x="8914277" y="4939812"/>
            <a:ext cx="298068" cy="1120"/>
          </a:xfrm>
          <a:prstGeom prst="line">
            <a:avLst/>
          </a:prstGeom>
          <a:ln w="28575">
            <a:solidFill>
              <a:srgbClr val="02A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15B01C-9170-339A-7900-BB324ABDEBFB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435001" y="5155812"/>
            <a:ext cx="0" cy="213083"/>
          </a:xfrm>
          <a:prstGeom prst="line">
            <a:avLst/>
          </a:prstGeom>
          <a:ln w="28575">
            <a:solidFill>
              <a:srgbClr val="02A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E6088-1844-11D7-6FF5-C4B2203EC6B7}"/>
              </a:ext>
            </a:extLst>
          </p:cNvPr>
          <p:cNvSpPr/>
          <p:nvPr/>
        </p:nvSpPr>
        <p:spPr>
          <a:xfrm>
            <a:off x="3547263" y="3473001"/>
            <a:ext cx="4842992" cy="3558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امکان توسعه </a:t>
            </a:r>
            <a:r>
              <a:rPr kumimoji="0" lang="fa-IR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بلندمدت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 شبکه بدون نیاز به تغییر ساختار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IP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ea typeface="Calibri" panose="020F0502020204030204" pitchFamily="34" charset="0"/>
              <a:cs typeface="IRANSans" panose="02040503050201020203" pitchFamily="18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5EC34-CE3F-E854-6BC0-1935838A814C}"/>
              </a:ext>
            </a:extLst>
          </p:cNvPr>
          <p:cNvSpPr/>
          <p:nvPr/>
        </p:nvSpPr>
        <p:spPr>
          <a:xfrm>
            <a:off x="3378146" y="4132625"/>
            <a:ext cx="5181226" cy="3558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جلوگیری از تداخل </a:t>
            </a:r>
            <a:r>
              <a:rPr kumimoji="0" lang="fa-IR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آدرس‌دهی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 در ارتباطات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VPN 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و شعب آینده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ea typeface="Calibri" panose="020F0502020204030204" pitchFamily="34" charset="0"/>
              <a:cs typeface="IRANSans" panose="02040503050201020203" pitchFamily="18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C60248-E82D-5DF0-FFB7-CF2ADEA38204}"/>
              </a:ext>
            </a:extLst>
          </p:cNvPr>
          <p:cNvSpPr/>
          <p:nvPr/>
        </p:nvSpPr>
        <p:spPr>
          <a:xfrm>
            <a:off x="4169228" y="4770927"/>
            <a:ext cx="3599062" cy="3558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سهولت در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Subnet 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بندی و مدیریت شبکه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ea typeface="Calibri" panose="020F0502020204030204" pitchFamily="34" charset="0"/>
              <a:cs typeface="IRANSans" panose="02040503050201020203" pitchFamily="18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AC42E4-93A3-4F72-7713-50CA034F7CA7}"/>
              </a:ext>
            </a:extLst>
          </p:cNvPr>
          <p:cNvSpPr/>
          <p:nvPr/>
        </p:nvSpPr>
        <p:spPr>
          <a:xfrm>
            <a:off x="3588940" y="5424651"/>
            <a:ext cx="4658648" cy="3558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حرفه‌ای‌تر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 بودن نسبت به </a:t>
            </a:r>
            <a:r>
              <a:rPr kumimoji="0" lang="fa-IR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رنج‌های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 محدود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192.168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RANSans" panose="02040503050201020203" pitchFamily="18" charset="-78"/>
                <a:ea typeface="Calibri" panose="020F0502020204030204" pitchFamily="34" charset="0"/>
                <a:cs typeface="IRANSans" panose="02040503050201020203" pitchFamily="18" charset="-78"/>
              </a:rPr>
              <a:t>x.x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RANSans" panose="02040503050201020203" pitchFamily="18" charset="-78"/>
              <a:ea typeface="Calibri" panose="020F0502020204030204" pitchFamily="34" charset="0"/>
              <a:cs typeface="IRANSans" panose="02040503050201020203" pitchFamily="18" charset="-78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44C186D-D0B5-5C75-4BF6-1D569EDDF680}"/>
              </a:ext>
            </a:extLst>
          </p:cNvPr>
          <p:cNvGrpSpPr/>
          <p:nvPr/>
        </p:nvGrpSpPr>
        <p:grpSpPr>
          <a:xfrm>
            <a:off x="-17754600" y="0"/>
            <a:ext cx="17335500" cy="6875188"/>
            <a:chOff x="12192000" y="0"/>
            <a:chExt cx="17335500" cy="6875188"/>
          </a:xfrm>
        </p:grpSpPr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03AE6835-993B-7134-D84E-EDA2083A7952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3E3751F-AEF6-9EDE-28AE-1CBD14A4CA8E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8001DBEF-8E6E-9451-258C-8605ECAFBACE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D0B7E80F-82E3-14BA-59FD-F62A1D4A4423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7FB34138-FE7B-35BE-B4F6-CCA39BEC470D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2483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C99F1B31-E24D-D850-9139-72DABDDE1966}"/>
              </a:ext>
            </a:extLst>
          </p:cNvPr>
          <p:cNvSpPr/>
          <p:nvPr/>
        </p:nvSpPr>
        <p:spPr>
          <a:xfrm>
            <a:off x="5506106" y="394138"/>
            <a:ext cx="6381093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F566F-C33E-19CA-33FC-D57035AC3A8A}"/>
              </a:ext>
            </a:extLst>
          </p:cNvPr>
          <p:cNvSpPr txBox="1"/>
          <p:nvPr/>
        </p:nvSpPr>
        <p:spPr>
          <a:xfrm>
            <a:off x="5506106" y="658789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جدول راهکارهای پسیو </a:t>
            </a:r>
            <a:r>
              <a:rPr lang="fa-IR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  </a:t>
            </a:r>
            <a:r>
              <a:rPr lang="en-US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(Passive Network Solutions)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2D66E8-9AD6-C672-BDE3-F3C84C92B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07019"/>
              </p:ext>
            </p:extLst>
          </p:nvPr>
        </p:nvGraphicFramePr>
        <p:xfrm>
          <a:off x="883745" y="1650420"/>
          <a:ext cx="10424510" cy="4892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0025">
                  <a:extLst>
                    <a:ext uri="{9D8B030D-6E8A-4147-A177-3AD203B41FA5}">
                      <a16:colId xmlns:a16="http://schemas.microsoft.com/office/drawing/2014/main" val="4145028492"/>
                    </a:ext>
                  </a:extLst>
                </a:gridCol>
                <a:gridCol w="3610304">
                  <a:extLst>
                    <a:ext uri="{9D8B030D-6E8A-4147-A177-3AD203B41FA5}">
                      <a16:colId xmlns:a16="http://schemas.microsoft.com/office/drawing/2014/main" val="2854509038"/>
                    </a:ext>
                  </a:extLst>
                </a:gridCol>
                <a:gridCol w="4694181">
                  <a:extLst>
                    <a:ext uri="{9D8B030D-6E8A-4147-A177-3AD203B41FA5}">
                      <a16:colId xmlns:a16="http://schemas.microsoft.com/office/drawing/2014/main" val="938026102"/>
                    </a:ext>
                  </a:extLst>
                </a:gridCol>
              </a:tblGrid>
              <a:tr h="6244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بخش :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راهکار</a:t>
                      </a: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 پیشنهادی :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دلیل انتخاب :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156811"/>
                  </a:ext>
                </a:extLst>
              </a:tr>
              <a:tr h="73635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کابل‌کشی افقی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کابل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 Cat6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پشتیبانی از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 Gigabit</a:t>
                      </a: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، کاهش </a:t>
                      </a: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نویز</a:t>
                      </a: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، </a:t>
                      </a: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آینده‌نگر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245362"/>
                  </a:ext>
                </a:extLst>
              </a:tr>
              <a:tr h="75717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کابل‌کشی</a:t>
                      </a: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 Backbone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Cat6 </a:t>
                      </a: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یا فیبر نوری (در صورت فاصله زیاد)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کاهش افت سیگنال، افزایش پهنای باند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132082"/>
                  </a:ext>
                </a:extLst>
              </a:tr>
              <a:tr h="62830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رک شبکه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رک 19 اینچ استاندارد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نظم، تهویه مناسب، امنیت فیزیکی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620600"/>
                  </a:ext>
                </a:extLst>
              </a:tr>
              <a:tr h="57210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پچ </a:t>
                      </a: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پنل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Cat6 Patch Panel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مدیریت آسان </a:t>
                      </a: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کابل‌ها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550356"/>
                  </a:ext>
                </a:extLst>
              </a:tr>
              <a:tr h="55527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کیستون و پریز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Cat6 Shielded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کاهش تداخل </a:t>
                      </a: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الکترومغناطیسی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070454"/>
                  </a:ext>
                </a:extLst>
              </a:tr>
              <a:tr h="496697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لیبل‌گذاری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استاندارد</a:t>
                      </a: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 TIA/EIA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 err="1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عیب‌یابی</a:t>
                      </a: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 سریع و نگهداری آسان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071301"/>
                  </a:ext>
                </a:extLst>
              </a:tr>
              <a:tr h="5218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ارتینگ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mpd="sng">
                      <a:noFill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ارت مستقل رک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a-IR" sz="1600" kern="100" dirty="0">
                          <a:solidFill>
                            <a:schemeClr val="bg1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جلوگیری از آسیب تجهیزات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IRANSans" panose="02040503050201020203" pitchFamily="18" charset="-78"/>
                        <a:ea typeface="Times New Roman" panose="02020603050405020304" pitchFamily="18" charset="0"/>
                        <a:cs typeface="IRANSans" panose="02040503050201020203" pitchFamily="18" charset="-78"/>
                      </a:endParaRPr>
                    </a:p>
                  </a:txBody>
                  <a:tcPr marL="3395" marR="3395" marT="3395" marB="3395" anchor="ctr">
                    <a:lnL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8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19469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AC356E1-5B67-60C9-3DA5-29BF9D2E89D5}"/>
              </a:ext>
            </a:extLst>
          </p:cNvPr>
          <p:cNvGrpSpPr/>
          <p:nvPr/>
        </p:nvGrpSpPr>
        <p:grpSpPr>
          <a:xfrm>
            <a:off x="13068300" y="0"/>
            <a:ext cx="17335500" cy="6875188"/>
            <a:chOff x="12192000" y="0"/>
            <a:chExt cx="17335500" cy="6875188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41C8129-B25A-0261-1B1A-D0371D5D1324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04276E-EC61-95E3-CE9C-2CE7A1167598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3B3F1BE6-4C1F-092A-E6F8-036F88F56AAD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Parallelogram 11">
                <a:extLst>
                  <a:ext uri="{FF2B5EF4-FFF2-40B4-BE49-F238E27FC236}">
                    <a16:creationId xmlns:a16="http://schemas.microsoft.com/office/drawing/2014/main" id="{296435AD-1DD8-2B63-9E09-A0C14FBDD34B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A0354846-3538-0B01-D75F-33864A95EA95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3675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awing 12" descr="topology">
            <a:extLst>
              <a:ext uri="{FF2B5EF4-FFF2-40B4-BE49-F238E27FC236}">
                <a16:creationId xmlns:a16="http://schemas.microsoft.com/office/drawing/2014/main" id="{2FA5F16D-85F5-71CB-3624-F416E67C9F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986455"/>
            <a:ext cx="12192000" cy="4871545"/>
          </a:xfrm>
          <a:prstGeom prst="rect">
            <a:avLst/>
          </a:prstGeom>
        </p:spPr>
      </p:pic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C3D7A40D-13DE-0275-2507-81444EC91293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CF5DA-4CCA-7131-3246-49C69FB62E4A}"/>
              </a:ext>
            </a:extLst>
          </p:cNvPr>
          <p:cNvSpPr txBox="1"/>
          <p:nvPr/>
        </p:nvSpPr>
        <p:spPr>
          <a:xfrm>
            <a:off x="8994226" y="658789"/>
            <a:ext cx="1497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dirty="0">
                <a:solidFill>
                  <a:schemeClr val="bg1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توپولوژی</a:t>
            </a:r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D46F21-F958-A214-87B2-8F6541198432}"/>
              </a:ext>
            </a:extLst>
          </p:cNvPr>
          <p:cNvGrpSpPr/>
          <p:nvPr/>
        </p:nvGrpSpPr>
        <p:grpSpPr>
          <a:xfrm>
            <a:off x="-17754600" y="0"/>
            <a:ext cx="17335500" cy="6875188"/>
            <a:chOff x="12192000" y="0"/>
            <a:chExt cx="17335500" cy="6875188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67C09CC9-7101-02FC-38BD-5E9264B8EB1A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A2C2E0A-8369-0105-AB93-480C630C1C51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12" name="Parallelogram 11">
                <a:extLst>
                  <a:ext uri="{FF2B5EF4-FFF2-40B4-BE49-F238E27FC236}">
                    <a16:creationId xmlns:a16="http://schemas.microsoft.com/office/drawing/2014/main" id="{70FC4071-5B6F-6A5A-6EB7-C9C7C2F4C779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705613AD-5E73-0EA6-ABC6-05C998F81810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A352EA02-EC6F-B3E1-2E4A-9C3BCC25E1D1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1283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B62E0FFE-4BA9-87DB-1688-8F6F07223764}"/>
              </a:ext>
            </a:extLst>
          </p:cNvPr>
          <p:cNvSpPr/>
          <p:nvPr/>
        </p:nvSpPr>
        <p:spPr>
          <a:xfrm>
            <a:off x="7598978" y="394138"/>
            <a:ext cx="4288221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06016-0AC1-171C-4502-3A20DBB58A16}"/>
              </a:ext>
            </a:extLst>
          </p:cNvPr>
          <p:cNvSpPr txBox="1"/>
          <p:nvPr/>
        </p:nvSpPr>
        <p:spPr>
          <a:xfrm>
            <a:off x="6696402" y="638014"/>
            <a:ext cx="6093372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fa-IR" sz="1800" kern="100" dirty="0">
                <a:solidFill>
                  <a:schemeClr val="bg1"/>
                </a:solidFill>
                <a:effectLst/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نقشه پیاده شده تجهیزات</a:t>
            </a:r>
            <a:endParaRPr lang="en-US" sz="1200" kern="100" dirty="0">
              <a:solidFill>
                <a:schemeClr val="bg1"/>
              </a:solidFill>
              <a:effectLst/>
              <a:latin typeface="IRANSans" panose="02040503050201020203" pitchFamily="18" charset="-78"/>
              <a:ea typeface="Times New Roman" panose="02020603050405020304" pitchFamily="18" charset="0"/>
              <a:cs typeface="IRANSans" panose="02040503050201020203" pitchFamily="18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070F1-B313-BE6A-B677-858D0DF6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9" y="0"/>
            <a:ext cx="6729165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04E1863-78D7-55FA-B1CC-A3DE4013C207}"/>
              </a:ext>
            </a:extLst>
          </p:cNvPr>
          <p:cNvGrpSpPr/>
          <p:nvPr/>
        </p:nvGrpSpPr>
        <p:grpSpPr>
          <a:xfrm>
            <a:off x="13068300" y="0"/>
            <a:ext cx="17335500" cy="6875188"/>
            <a:chOff x="12192000" y="0"/>
            <a:chExt cx="17335500" cy="6875188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3851A906-3627-61C3-EE8D-CC9DFA6ACE73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A74FC6F-F046-09DF-3455-655BCCC92403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10" name="Parallelogram 9">
                <a:extLst>
                  <a:ext uri="{FF2B5EF4-FFF2-40B4-BE49-F238E27FC236}">
                    <a16:creationId xmlns:a16="http://schemas.microsoft.com/office/drawing/2014/main" id="{3D98B0C8-7A29-F4C0-4AD9-668CC21B329A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3ADB81F9-6646-968B-0851-C650D8ED5686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Parallelogram 11">
                <a:extLst>
                  <a:ext uri="{FF2B5EF4-FFF2-40B4-BE49-F238E27FC236}">
                    <a16:creationId xmlns:a16="http://schemas.microsoft.com/office/drawing/2014/main" id="{9F597199-6141-9365-AC06-135CCA82D79B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8373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215EA133-185E-26F2-CAE3-2432F1B68421}"/>
              </a:ext>
            </a:extLst>
          </p:cNvPr>
          <p:cNvSpPr/>
          <p:nvPr/>
        </p:nvSpPr>
        <p:spPr>
          <a:xfrm>
            <a:off x="6953250" y="394138"/>
            <a:ext cx="4933949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12290" name="Drawing 29" descr=" · 2.4G WI-FI Coverage">
            <a:extLst>
              <a:ext uri="{FF2B5EF4-FFF2-40B4-BE49-F238E27FC236}">
                <a16:creationId xmlns:a16="http://schemas.microsoft.com/office/drawing/2014/main" id="{B81E71A5-F738-795D-47FE-4A0989D28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7308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Drawing 30">
            <a:extLst>
              <a:ext uri="{FF2B5EF4-FFF2-40B4-BE49-F238E27FC236}">
                <a16:creationId xmlns:a16="http://schemas.microsoft.com/office/drawing/2014/main" id="{8CE51E1E-2873-933B-F62D-5C865C9E3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8816975"/>
            <a:ext cx="2286000" cy="41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EF57B54-1D13-90A4-14ED-2F9BD850B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39580" tIns="914112" rIns="539580" bIns="91411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FD8765-DA78-78A3-6C71-22559987A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113" y="658789"/>
            <a:ext cx="42882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6075" algn="l"/>
                <a:tab pos="2727325" algn="l"/>
                <a:tab pos="3238500" algn="ctr"/>
              </a:tabLst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نقشه پوشش دهی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Wifi</a:t>
            </a:r>
            <a:r>
              <a:rPr lang="fa-IR" altLang="en-US" dirty="0">
                <a:solidFill>
                  <a:schemeClr val="bg1"/>
                </a:solidFill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 در رنج </a:t>
            </a:r>
            <a:r>
              <a:rPr lang="en-US" altLang="en-US" dirty="0">
                <a:solidFill>
                  <a:schemeClr val="bg1"/>
                </a:solidFill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2.5GHz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RANSans" panose="02040503050201020203" pitchFamily="18" charset="-78"/>
              <a:ea typeface="Times New Roman" panose="02020603050405020304" pitchFamily="18" charset="0"/>
              <a:cs typeface="IRANSans" panose="02040503050201020203" pitchFamily="18" charset="-78"/>
            </a:endParaRPr>
          </a:p>
        </p:txBody>
      </p:sp>
      <p:pic>
        <p:nvPicPr>
          <p:cNvPr id="5" name="Drawing 33">
            <a:extLst>
              <a:ext uri="{FF2B5EF4-FFF2-40B4-BE49-F238E27FC236}">
                <a16:creationId xmlns:a16="http://schemas.microsoft.com/office/drawing/2014/main" id="{C66BF5C7-635F-0FCB-BEC1-275E8BE44F0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953250" y="5565228"/>
            <a:ext cx="4961783" cy="89863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CF01F07-3D87-E3FD-D68E-52CE6422672C}"/>
              </a:ext>
            </a:extLst>
          </p:cNvPr>
          <p:cNvGrpSpPr/>
          <p:nvPr/>
        </p:nvGrpSpPr>
        <p:grpSpPr>
          <a:xfrm>
            <a:off x="-17754600" y="0"/>
            <a:ext cx="17335500" cy="6875188"/>
            <a:chOff x="12192000" y="0"/>
            <a:chExt cx="17335500" cy="6875188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F4419B3E-45F4-121D-6E58-4B5A670102DF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1283AB-3058-2A4E-98F1-CD4ACD067B6A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9" name="Parallelogram 8">
                <a:extLst>
                  <a:ext uri="{FF2B5EF4-FFF2-40B4-BE49-F238E27FC236}">
                    <a16:creationId xmlns:a16="http://schemas.microsoft.com/office/drawing/2014/main" id="{08D3B3D1-DE26-9038-D790-9325C3BC7F56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Parallelogram 9">
                <a:extLst>
                  <a:ext uri="{FF2B5EF4-FFF2-40B4-BE49-F238E27FC236}">
                    <a16:creationId xmlns:a16="http://schemas.microsoft.com/office/drawing/2014/main" id="{DE592E50-E55B-9F8D-ABC2-47A30E94F71E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A1908911-2478-7803-B9D5-D0572BE01EAF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927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67A6-A927-9FA5-F370-CD97A6BF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5CC41819-C93D-6E6E-C83F-360EC64CFC00}"/>
              </a:ext>
            </a:extLst>
          </p:cNvPr>
          <p:cNvSpPr/>
          <p:nvPr/>
        </p:nvSpPr>
        <p:spPr>
          <a:xfrm>
            <a:off x="6953250" y="394138"/>
            <a:ext cx="4933949" cy="898634"/>
          </a:xfrm>
          <a:prstGeom prst="snip2DiagRect">
            <a:avLst>
              <a:gd name="adj1" fmla="val 0"/>
              <a:gd name="adj2" fmla="val 46492"/>
            </a:avLst>
          </a:prstGeom>
          <a:solidFill>
            <a:srgbClr val="0082B0"/>
          </a:solidFill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solidFill>
                <a:schemeClr val="bg1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12290" name="Drawing 29">
            <a:extLst>
              <a:ext uri="{FF2B5EF4-FFF2-40B4-BE49-F238E27FC236}">
                <a16:creationId xmlns:a16="http://schemas.microsoft.com/office/drawing/2014/main" id="{CAE89A9F-0995-2685-21BC-D6AC69E41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6" y="0"/>
            <a:ext cx="67291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Drawing 30">
            <a:extLst>
              <a:ext uri="{FF2B5EF4-FFF2-40B4-BE49-F238E27FC236}">
                <a16:creationId xmlns:a16="http://schemas.microsoft.com/office/drawing/2014/main" id="{FE42D69D-EDB6-9C76-B9F5-E80F33D97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8816975"/>
            <a:ext cx="2286000" cy="41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3316612-0FB9-D696-E0F5-369BC131B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39580" tIns="914112" rIns="539580" bIns="91411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63B40-631C-F23F-3808-7995D9A8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113" y="658789"/>
            <a:ext cx="42882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16075" algn="l"/>
                <a:tab pos="2727325" algn="l"/>
                <a:tab pos="32385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16075" algn="l"/>
                <a:tab pos="2727325" algn="l"/>
                <a:tab pos="3238500" algn="ctr"/>
              </a:tabLst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نقشه پوشش دهی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Wifi</a:t>
            </a:r>
            <a:r>
              <a:rPr lang="fa-IR" altLang="en-US" dirty="0">
                <a:solidFill>
                  <a:schemeClr val="bg1"/>
                </a:solidFill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 در رنج </a:t>
            </a:r>
            <a:r>
              <a:rPr lang="en-US" altLang="en-US" dirty="0">
                <a:solidFill>
                  <a:schemeClr val="bg1"/>
                </a:solidFill>
                <a:latin typeface="IRANSans" panose="02040503050201020203" pitchFamily="18" charset="-78"/>
                <a:ea typeface="Times New Roman" panose="02020603050405020304" pitchFamily="18" charset="0"/>
                <a:cs typeface="IRANSans" panose="02040503050201020203" pitchFamily="18" charset="-78"/>
              </a:rPr>
              <a:t>5GHz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RANSans" panose="02040503050201020203" pitchFamily="18" charset="-78"/>
              <a:ea typeface="Times New Roman" panose="02020603050405020304" pitchFamily="18" charset="0"/>
              <a:cs typeface="IRANSans" panose="02040503050201020203" pitchFamily="18" charset="-78"/>
            </a:endParaRPr>
          </a:p>
        </p:txBody>
      </p:sp>
      <p:pic>
        <p:nvPicPr>
          <p:cNvPr id="5" name="Drawing 33">
            <a:extLst>
              <a:ext uri="{FF2B5EF4-FFF2-40B4-BE49-F238E27FC236}">
                <a16:creationId xmlns:a16="http://schemas.microsoft.com/office/drawing/2014/main" id="{FDAC573D-6B68-689A-C640-E47D907A31B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953250" y="5565228"/>
            <a:ext cx="4961783" cy="89863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5B05D23-69CB-06EF-2EE2-09B4F7DE108C}"/>
              </a:ext>
            </a:extLst>
          </p:cNvPr>
          <p:cNvGrpSpPr/>
          <p:nvPr/>
        </p:nvGrpSpPr>
        <p:grpSpPr>
          <a:xfrm>
            <a:off x="13068300" y="0"/>
            <a:ext cx="17335500" cy="6875188"/>
            <a:chOff x="12192000" y="0"/>
            <a:chExt cx="17335500" cy="6875188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8E0305B-F93C-0D96-E26B-BA5E7A227672}"/>
                </a:ext>
              </a:extLst>
            </p:cNvPr>
            <p:cNvSpPr/>
            <p:nvPr/>
          </p:nvSpPr>
          <p:spPr>
            <a:xfrm>
              <a:off x="12192000" y="0"/>
              <a:ext cx="17335500" cy="6875188"/>
            </a:xfrm>
            <a:prstGeom prst="parallelogram">
              <a:avLst>
                <a:gd name="adj" fmla="val 64900"/>
              </a:avLst>
            </a:prstGeom>
            <a:solidFill>
              <a:srgbClr val="00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5618C3B-BF2A-6ED5-F9B1-571EF0573BEE}"/>
                </a:ext>
              </a:extLst>
            </p:cNvPr>
            <p:cNvGrpSpPr/>
            <p:nvPr/>
          </p:nvGrpSpPr>
          <p:grpSpPr>
            <a:xfrm>
              <a:off x="15799432" y="854879"/>
              <a:ext cx="10120637" cy="5165431"/>
              <a:chOff x="15608932" y="854879"/>
              <a:chExt cx="10120637" cy="5165431"/>
            </a:xfrm>
            <a:solidFill>
              <a:schemeClr val="tx2">
                <a:lumMod val="25000"/>
                <a:lumOff val="75000"/>
              </a:schemeClr>
            </a:solidFill>
          </p:grpSpPr>
          <p:sp>
            <p:nvSpPr>
              <p:cNvPr id="9" name="Parallelogram 8">
                <a:extLst>
                  <a:ext uri="{FF2B5EF4-FFF2-40B4-BE49-F238E27FC236}">
                    <a16:creationId xmlns:a16="http://schemas.microsoft.com/office/drawing/2014/main" id="{89074CD3-04A7-94C1-0A61-692B6EFC6809}"/>
                  </a:ext>
                </a:extLst>
              </p:cNvPr>
              <p:cNvSpPr/>
              <p:nvPr/>
            </p:nvSpPr>
            <p:spPr>
              <a:xfrm>
                <a:off x="15608932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Parallelogram 9">
                <a:extLst>
                  <a:ext uri="{FF2B5EF4-FFF2-40B4-BE49-F238E27FC236}">
                    <a16:creationId xmlns:a16="http://schemas.microsoft.com/office/drawing/2014/main" id="{B9656EC9-74A0-7940-E363-B5F34F512914}"/>
                  </a:ext>
                </a:extLst>
              </p:cNvPr>
              <p:cNvSpPr/>
              <p:nvPr/>
            </p:nvSpPr>
            <p:spPr>
              <a:xfrm>
                <a:off x="18114267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7B6BD3AE-9D73-C77F-7898-57D3B309B2B0}"/>
                  </a:ext>
                </a:extLst>
              </p:cNvPr>
              <p:cNvSpPr/>
              <p:nvPr/>
            </p:nvSpPr>
            <p:spPr>
              <a:xfrm>
                <a:off x="20619601" y="854879"/>
                <a:ext cx="5109968" cy="5165431"/>
              </a:xfrm>
              <a:prstGeom prst="parallelogram">
                <a:avLst>
                  <a:gd name="adj" fmla="val 649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5550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B45BDBFF-EED4-FC16-340A-AC122661CF0B}"/>
              </a:ext>
            </a:extLst>
          </p:cNvPr>
          <p:cNvSpPr/>
          <p:nvPr/>
        </p:nvSpPr>
        <p:spPr>
          <a:xfrm>
            <a:off x="1943100" y="1800225"/>
            <a:ext cx="8305800" cy="3257550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0082B0"/>
          </a:solidFill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215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>
              <a:cs typeface="B Morvarid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A8AC2-BB22-92B6-D093-697C4738590D}"/>
              </a:ext>
            </a:extLst>
          </p:cNvPr>
          <p:cNvSpPr txBox="1"/>
          <p:nvPr/>
        </p:nvSpPr>
        <p:spPr>
          <a:xfrm>
            <a:off x="3839613" y="2967335"/>
            <a:ext cx="46618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5400" dirty="0">
                <a:cs typeface="B Morvarid" panose="00000400000000000000" pitchFamily="2" charset="-78"/>
              </a:rPr>
              <a:t>ممنون از توجه شما</a:t>
            </a:r>
            <a:endParaRPr lang="en-US" sz="5400" dirty="0">
              <a:cs typeface="B Morvarid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89447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1041</Words>
  <Application>Microsoft Office PowerPoint</Application>
  <PresentationFormat>Widescreen</PresentationFormat>
  <Paragraphs>473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B Morvarid</vt:lpstr>
      <vt:lpstr>Calibri</vt:lpstr>
      <vt:lpstr>IRANSans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</dc:creator>
  <cp:lastModifiedBy>reza</cp:lastModifiedBy>
  <cp:revision>1</cp:revision>
  <dcterms:created xsi:type="dcterms:W3CDTF">2026-02-10T07:45:30Z</dcterms:created>
  <dcterms:modified xsi:type="dcterms:W3CDTF">2026-02-10T09:42:12Z</dcterms:modified>
</cp:coreProperties>
</file>